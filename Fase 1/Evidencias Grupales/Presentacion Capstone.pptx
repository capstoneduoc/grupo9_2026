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88" r:id="rId4"/>
    <p:sldId id="258" r:id="rId5"/>
    <p:sldId id="259" r:id="rId6"/>
    <p:sldId id="260" r:id="rId7"/>
    <p:sldId id="284" r:id="rId8"/>
    <p:sldId id="261" r:id="rId9"/>
    <p:sldId id="275" r:id="rId10"/>
    <p:sldId id="285" r:id="rId11"/>
    <p:sldId id="287" r:id="rId12"/>
    <p:sldId id="286" r:id="rId13"/>
    <p:sldId id="278" r:id="rId14"/>
    <p:sldId id="279" r:id="rId15"/>
    <p:sldId id="280" r:id="rId16"/>
    <p:sldId id="283" r:id="rId17"/>
  </p:sldIdLst>
  <p:sldSz cx="12192000" cy="6858000"/>
  <p:notesSz cx="6858000" cy="9144000"/>
  <p:embeddedFontLst>
    <p:embeddedFont>
      <p:font typeface="Century Gothic" panose="020B050202020202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jLCHY2NgKjTYrdRhrKz3vyOOO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B5C83F-1E5A-42A0-A32F-9BF5FB8167FB}">
  <a:tblStyle styleId="{A1B5C83F-1E5A-42A0-A32F-9BF5FB8167FB}" styleName="Table_0">
    <a:wholeTbl>
      <a:tcTxStyle b="off" i="off">
        <a:font>
          <a:latin typeface="Arial"/>
          <a:ea typeface="Arial"/>
          <a:cs typeface="Arial"/>
        </a:font>
        <a:schemeClr val="lt1"/>
      </a:tcTxStyle>
      <a:tcStyle>
        <a:tcBdr>
          <a:left>
            <a:ln w="9525" cap="flat" cmpd="sng">
              <a:solidFill>
                <a:srgbClr val="EABAC5"/>
              </a:solidFill>
              <a:prstDash val="solid"/>
              <a:round/>
              <a:headEnd type="none" w="sm" len="sm"/>
              <a:tailEnd type="none" w="sm" len="sm"/>
            </a:ln>
          </a:left>
          <a:right>
            <a:ln w="9525" cap="flat" cmpd="sng">
              <a:solidFill>
                <a:srgbClr val="EABAC5"/>
              </a:solidFill>
              <a:prstDash val="solid"/>
              <a:round/>
              <a:headEnd type="none" w="sm" len="sm"/>
              <a:tailEnd type="none" w="sm" len="sm"/>
            </a:ln>
          </a:right>
          <a:top>
            <a:ln w="9525" cap="flat" cmpd="sng">
              <a:solidFill>
                <a:srgbClr val="EABAC5"/>
              </a:solidFill>
              <a:prstDash val="solid"/>
              <a:round/>
              <a:headEnd type="none" w="sm" len="sm"/>
              <a:tailEnd type="none" w="sm" len="sm"/>
            </a:ln>
          </a:top>
          <a:bottom>
            <a:ln w="9525" cap="flat" cmpd="sng">
              <a:solidFill>
                <a:srgbClr val="EABAC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lt1">
              <a:alpha val="20000"/>
            </a:schemeClr>
          </a:solidFill>
        </a:fill>
      </a:tcStyle>
    </a:band1H>
    <a:band2H>
      <a:tcTxStyle/>
      <a:tcStyle>
        <a:tcBdr/>
      </a:tcStyle>
    </a:band2H>
    <a:band1V>
      <a:tcTxStyle/>
      <a:tcStyle>
        <a:tcBdr/>
        <a:fill>
          <a:solidFill>
            <a:schemeClr val="lt1">
              <a:alpha val="20000"/>
            </a:schemeClr>
          </a:solidFill>
        </a:fill>
      </a:tcStyle>
    </a:band1V>
    <a:band2V>
      <a:tcTxStyle/>
      <a:tcStyle>
        <a:tcBdr/>
      </a:tcStyle>
    </a:band2V>
    <a:lastCol>
      <a:tcTxStyle b="on" i="off"/>
      <a:tcStyle>
        <a:tcBdr>
          <a:left>
            <a:ln w="9525" cap="flat" cmpd="sng">
              <a:solidFill>
                <a:schemeClr val="lt1"/>
              </a:solidFill>
              <a:prstDash val="solid"/>
              <a:round/>
              <a:headEnd type="none" w="sm" len="sm"/>
              <a:tailEnd type="none" w="sm" len="sm"/>
            </a:ln>
          </a:left>
        </a:tcBdr>
      </a:tcStyle>
    </a:lastCol>
    <a:firstCol>
      <a:tcTxStyle b="on" i="off"/>
      <a:tcStyle>
        <a:tcBdr>
          <a:right>
            <a:ln w="9525" cap="flat" cmpd="sng">
              <a:solidFill>
                <a:schemeClr val="lt1"/>
              </a:solidFill>
              <a:prstDash val="solid"/>
              <a:round/>
              <a:headEnd type="none" w="sm" len="sm"/>
              <a:tailEnd type="none" w="sm" len="sm"/>
            </a:ln>
          </a:right>
        </a:tcBdr>
      </a:tcStyle>
    </a:firstCol>
    <a:lastRow>
      <a:tcTxStyle b="on" i="off"/>
      <a:tcStyle>
        <a:tcBdr>
          <a:top>
            <a:ln w="9525" cap="flat" cmpd="sng">
              <a:solidFill>
                <a:schemeClr val="lt1"/>
              </a:solidFill>
              <a:prstDash val="solid"/>
              <a:round/>
              <a:headEnd type="none" w="sm" len="sm"/>
              <a:tailEnd type="none" w="sm" len="sm"/>
            </a:ln>
          </a:top>
        </a:tcBdr>
        <a:fill>
          <a:solidFill>
            <a:srgbClr val="FFFFFF">
              <a:alpha val="0"/>
            </a:srgbClr>
          </a:solidFill>
        </a:fill>
      </a:tcStyle>
    </a:lastRow>
    <a:seCell>
      <a:tcTxStyle/>
      <a:tcStyle>
        <a:tcBdr>
          <a:left>
            <a:ln w="9525" cap="flat" cmpd="sng">
              <a:solidFill>
                <a:srgbClr val="000000">
                  <a:alpha val="0"/>
                </a:srgbClr>
              </a:solidFill>
              <a:prstDash val="solid"/>
              <a:round/>
              <a:headEnd type="none" w="sm" len="sm"/>
              <a:tailEnd type="none" w="sm" len="sm"/>
            </a:ln>
          </a:left>
          <a:top>
            <a:ln w="9525" cap="flat" cmpd="sng">
              <a:solidFill>
                <a:srgbClr val="000000">
                  <a:alpha val="0"/>
                </a:srgbClr>
              </a:solidFill>
              <a:prstDash val="solid"/>
              <a:round/>
              <a:headEnd type="none" w="sm" len="sm"/>
              <a:tailEnd type="none" w="sm" len="sm"/>
            </a:ln>
          </a:top>
        </a:tcBdr>
      </a:tcStyle>
    </a:seCell>
    <a:swCell>
      <a:tcTxStyle/>
      <a:tcStyle>
        <a:tcBdr>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tcBdr>
      </a:tcStyle>
    </a:swCell>
    <a:firstRow>
      <a:tcTxStyle b="on" i="off"/>
      <a:tcStyle>
        <a:tcBdr>
          <a:bottom>
            <a:ln w="9525" cap="flat" cmpd="sng">
              <a:solidFill>
                <a:schemeClr val="lt1"/>
              </a:solidFill>
              <a:prstDash val="solid"/>
              <a:round/>
              <a:headEnd type="none" w="sm" len="sm"/>
              <a:tailEnd type="none" w="sm" len="sm"/>
            </a:ln>
          </a:bottom>
        </a:tcBdr>
        <a:fill>
          <a:solidFill>
            <a:srgbClr val="FFFFFF">
              <a:alpha val="0"/>
            </a:srgbClr>
          </a:solidFill>
        </a:fill>
      </a:tcStyle>
    </a:firstRow>
    <a:neCell>
      <a:tcTxStyle/>
      <a:tcStyle>
        <a:tcBdr>
          <a:bottom>
            <a:ln w="9525" cap="flat" cmpd="sng">
              <a:solidFill>
                <a:srgbClr val="000000">
                  <a:alpha val="0"/>
                </a:srgbClr>
              </a:solidFill>
              <a:prstDash val="solid"/>
              <a:round/>
              <a:headEnd type="none" w="sm" len="sm"/>
              <a:tailEnd type="none" w="sm" len="sm"/>
            </a:ln>
          </a:bottom>
        </a:tcBdr>
      </a:tcStyle>
    </a:neCell>
    <a:nwCell>
      <a:tcTxStyle/>
      <a:tcStyle>
        <a:tcBdr/>
      </a:tcStyle>
    </a:nwCell>
  </a:tblStyle>
  <a:tblStyle styleId="{EE0F0403-7091-4A52-A28F-CBD9A80A7913}"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DF8"/>
          </a:solidFill>
        </a:fill>
      </a:tcStyle>
    </a:wholeTbl>
    <a:band1H>
      <a:tcTxStyle/>
      <a:tcStyle>
        <a:tcBdr/>
        <a:fill>
          <a:solidFill>
            <a:srgbClr val="CADAF2"/>
          </a:solidFill>
        </a:fill>
      </a:tcStyle>
    </a:band1H>
    <a:band2H>
      <a:tcTxStyle/>
      <a:tcStyle>
        <a:tcBdr/>
      </a:tcStyle>
    </a:band2H>
    <a:band1V>
      <a:tcTxStyle/>
      <a:tcStyle>
        <a:tcBdr/>
        <a:fill>
          <a:solidFill>
            <a:srgbClr val="CADAF2"/>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EEAE147B-332D-4407-BB5C-4A145D269026}" styleName="Table_2">
    <a:wholeTbl>
      <a:tcTxStyle b="off" i="off">
        <a:font>
          <a:latin typeface="Arial"/>
          <a:ea typeface="Arial"/>
          <a:cs typeface="Arial"/>
        </a:font>
        <a:schemeClr val="lt1"/>
      </a:tcTxStyle>
      <a:tcStyle>
        <a:tcBdr>
          <a:left>
            <a:ln w="9525" cap="flat" cmpd="sng">
              <a:solidFill>
                <a:srgbClr val="CABAC9"/>
              </a:solidFill>
              <a:prstDash val="solid"/>
              <a:round/>
              <a:headEnd type="none" w="sm" len="sm"/>
              <a:tailEnd type="none" w="sm" len="sm"/>
            </a:ln>
          </a:left>
          <a:right>
            <a:ln w="9525" cap="flat" cmpd="sng">
              <a:solidFill>
                <a:srgbClr val="CABAC9"/>
              </a:solidFill>
              <a:prstDash val="solid"/>
              <a:round/>
              <a:headEnd type="none" w="sm" len="sm"/>
              <a:tailEnd type="none" w="sm" len="sm"/>
            </a:ln>
          </a:right>
          <a:top>
            <a:ln w="9525" cap="flat" cmpd="sng">
              <a:solidFill>
                <a:srgbClr val="CABAC9"/>
              </a:solidFill>
              <a:prstDash val="solid"/>
              <a:round/>
              <a:headEnd type="none" w="sm" len="sm"/>
              <a:tailEnd type="none" w="sm" len="sm"/>
            </a:ln>
          </a:top>
          <a:bottom>
            <a:ln w="9525" cap="flat" cmpd="sng">
              <a:solidFill>
                <a:srgbClr val="CABAC9"/>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lt1">
              <a:alpha val="20000"/>
            </a:schemeClr>
          </a:solidFill>
        </a:fill>
      </a:tcStyle>
    </a:band1H>
    <a:band2H>
      <a:tcTxStyle/>
      <a:tcStyle>
        <a:tcBdr/>
      </a:tcStyle>
    </a:band2H>
    <a:band1V>
      <a:tcTxStyle/>
      <a:tcStyle>
        <a:tcBdr/>
        <a:fill>
          <a:solidFill>
            <a:schemeClr val="lt1">
              <a:alpha val="20000"/>
            </a:schemeClr>
          </a:solidFill>
        </a:fill>
      </a:tcStyle>
    </a:band1V>
    <a:band2V>
      <a:tcTxStyle/>
      <a:tcStyle>
        <a:tcBdr/>
      </a:tcStyle>
    </a:band2V>
    <a:lastCol>
      <a:tcTxStyle b="on" i="off"/>
      <a:tcStyle>
        <a:tcBdr>
          <a:left>
            <a:ln w="9525" cap="flat" cmpd="sng">
              <a:solidFill>
                <a:schemeClr val="lt1"/>
              </a:solidFill>
              <a:prstDash val="solid"/>
              <a:round/>
              <a:headEnd type="none" w="sm" len="sm"/>
              <a:tailEnd type="none" w="sm" len="sm"/>
            </a:ln>
          </a:left>
        </a:tcBdr>
      </a:tcStyle>
    </a:lastCol>
    <a:firstCol>
      <a:tcTxStyle b="on" i="off"/>
      <a:tcStyle>
        <a:tcBdr>
          <a:right>
            <a:ln w="9525" cap="flat" cmpd="sng">
              <a:solidFill>
                <a:schemeClr val="lt1"/>
              </a:solidFill>
              <a:prstDash val="solid"/>
              <a:round/>
              <a:headEnd type="none" w="sm" len="sm"/>
              <a:tailEnd type="none" w="sm" len="sm"/>
            </a:ln>
          </a:right>
        </a:tcBdr>
      </a:tcStyle>
    </a:firstCol>
    <a:lastRow>
      <a:tcTxStyle b="on" i="off"/>
      <a:tcStyle>
        <a:tcBdr>
          <a:top>
            <a:ln w="9525" cap="flat" cmpd="sng">
              <a:solidFill>
                <a:schemeClr val="lt1"/>
              </a:solidFill>
              <a:prstDash val="solid"/>
              <a:round/>
              <a:headEnd type="none" w="sm" len="sm"/>
              <a:tailEnd type="none" w="sm" len="sm"/>
            </a:ln>
          </a:top>
        </a:tcBdr>
        <a:fill>
          <a:solidFill>
            <a:srgbClr val="FFFFFF">
              <a:alpha val="0"/>
            </a:srgbClr>
          </a:solidFill>
        </a:fill>
      </a:tcStyle>
    </a:lastRow>
    <a:seCell>
      <a:tcTxStyle/>
      <a:tcStyle>
        <a:tcBdr>
          <a:left>
            <a:ln w="9525" cap="flat" cmpd="sng">
              <a:solidFill>
                <a:srgbClr val="000000">
                  <a:alpha val="0"/>
                </a:srgbClr>
              </a:solidFill>
              <a:prstDash val="solid"/>
              <a:round/>
              <a:headEnd type="none" w="sm" len="sm"/>
              <a:tailEnd type="none" w="sm" len="sm"/>
            </a:ln>
          </a:left>
          <a:top>
            <a:ln w="9525" cap="flat" cmpd="sng">
              <a:solidFill>
                <a:srgbClr val="000000">
                  <a:alpha val="0"/>
                </a:srgbClr>
              </a:solidFill>
              <a:prstDash val="solid"/>
              <a:round/>
              <a:headEnd type="none" w="sm" len="sm"/>
              <a:tailEnd type="none" w="sm" len="sm"/>
            </a:ln>
          </a:top>
        </a:tcBdr>
      </a:tcStyle>
    </a:seCell>
    <a:swCell>
      <a:tcTxStyle/>
      <a:tcStyle>
        <a:tcBdr>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tcBdr>
      </a:tcStyle>
    </a:swCell>
    <a:firstRow>
      <a:tcTxStyle b="on" i="off"/>
      <a:tcStyle>
        <a:tcBdr>
          <a:bottom>
            <a:ln w="9525" cap="flat" cmpd="sng">
              <a:solidFill>
                <a:schemeClr val="lt1"/>
              </a:solidFill>
              <a:prstDash val="solid"/>
              <a:round/>
              <a:headEnd type="none" w="sm" len="sm"/>
              <a:tailEnd type="none" w="sm" len="sm"/>
            </a:ln>
          </a:bottom>
        </a:tcBdr>
        <a:fill>
          <a:solidFill>
            <a:srgbClr val="FFFFFF">
              <a:alpha val="0"/>
            </a:srgbClr>
          </a:solidFill>
        </a:fill>
      </a:tcStyle>
    </a:firstRow>
    <a:neCell>
      <a:tcTxStyle/>
      <a:tcStyle>
        <a:tcBdr>
          <a:bottom>
            <a:ln w="9525" cap="flat" cmpd="sng">
              <a:solidFill>
                <a:srgbClr val="000000">
                  <a:alpha val="0"/>
                </a:srgbClr>
              </a:solidFill>
              <a:prstDash val="solid"/>
              <a:round/>
              <a:headEnd type="none" w="sm" len="sm"/>
              <a:tailEnd type="none" w="sm" len="sm"/>
            </a:ln>
          </a:bottom>
        </a:tcBdr>
      </a:tcStyle>
    </a:neCell>
    <a:nwCell>
      <a:tcTxStyle/>
      <a:tcStyle>
        <a:tcBdr/>
      </a:tcStyle>
    </a:nwCell>
  </a:tblStyle>
  <a:tblStyle styleId="{4821DC61-8741-414E-B250-3522D38A252C}" styleName="Table_3">
    <a:wholeTbl>
      <a:tcTxStyle b="off" i="off">
        <a:font>
          <a:latin typeface="Arial"/>
          <a:ea typeface="Arial"/>
          <a:cs typeface="Arial"/>
        </a:font>
        <a:schemeClr val="lt1"/>
      </a:tcTxStyle>
      <a:tcStyle>
        <a:tcBdr>
          <a:left>
            <a:ln w="9525" cap="flat" cmpd="sng">
              <a:solidFill>
                <a:srgbClr val="F7DFBA"/>
              </a:solidFill>
              <a:prstDash val="solid"/>
              <a:round/>
              <a:headEnd type="none" w="sm" len="sm"/>
              <a:tailEnd type="none" w="sm" len="sm"/>
            </a:ln>
          </a:left>
          <a:right>
            <a:ln w="9525" cap="flat" cmpd="sng">
              <a:solidFill>
                <a:srgbClr val="F7DFBA"/>
              </a:solidFill>
              <a:prstDash val="solid"/>
              <a:round/>
              <a:headEnd type="none" w="sm" len="sm"/>
              <a:tailEnd type="none" w="sm" len="sm"/>
            </a:ln>
          </a:right>
          <a:top>
            <a:ln w="9525" cap="flat" cmpd="sng">
              <a:solidFill>
                <a:srgbClr val="F7DFBA"/>
              </a:solidFill>
              <a:prstDash val="solid"/>
              <a:round/>
              <a:headEnd type="none" w="sm" len="sm"/>
              <a:tailEnd type="none" w="sm" len="sm"/>
            </a:ln>
          </a:top>
          <a:bottom>
            <a:ln w="9525" cap="flat" cmpd="sng">
              <a:solidFill>
                <a:srgbClr val="F7DFBA"/>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lt1">
              <a:alpha val="20000"/>
            </a:schemeClr>
          </a:solidFill>
        </a:fill>
      </a:tcStyle>
    </a:band1H>
    <a:band2H>
      <a:tcTxStyle/>
      <a:tcStyle>
        <a:tcBdr/>
      </a:tcStyle>
    </a:band2H>
    <a:band1V>
      <a:tcTxStyle/>
      <a:tcStyle>
        <a:tcBdr/>
        <a:fill>
          <a:solidFill>
            <a:schemeClr val="lt1">
              <a:alpha val="20000"/>
            </a:schemeClr>
          </a:solidFill>
        </a:fill>
      </a:tcStyle>
    </a:band1V>
    <a:band2V>
      <a:tcTxStyle/>
      <a:tcStyle>
        <a:tcBdr/>
      </a:tcStyle>
    </a:band2V>
    <a:lastCol>
      <a:tcTxStyle b="on" i="off"/>
      <a:tcStyle>
        <a:tcBdr>
          <a:left>
            <a:ln w="9525" cap="flat" cmpd="sng">
              <a:solidFill>
                <a:schemeClr val="lt1"/>
              </a:solidFill>
              <a:prstDash val="solid"/>
              <a:round/>
              <a:headEnd type="none" w="sm" len="sm"/>
              <a:tailEnd type="none" w="sm" len="sm"/>
            </a:ln>
          </a:left>
        </a:tcBdr>
      </a:tcStyle>
    </a:lastCol>
    <a:firstCol>
      <a:tcTxStyle b="on" i="off"/>
      <a:tcStyle>
        <a:tcBdr>
          <a:right>
            <a:ln w="9525" cap="flat" cmpd="sng">
              <a:solidFill>
                <a:schemeClr val="lt1"/>
              </a:solidFill>
              <a:prstDash val="solid"/>
              <a:round/>
              <a:headEnd type="none" w="sm" len="sm"/>
              <a:tailEnd type="none" w="sm" len="sm"/>
            </a:ln>
          </a:right>
        </a:tcBdr>
      </a:tcStyle>
    </a:firstCol>
    <a:lastRow>
      <a:tcTxStyle b="on" i="off"/>
      <a:tcStyle>
        <a:tcBdr>
          <a:top>
            <a:ln w="9525" cap="flat" cmpd="sng">
              <a:solidFill>
                <a:schemeClr val="lt1"/>
              </a:solidFill>
              <a:prstDash val="solid"/>
              <a:round/>
              <a:headEnd type="none" w="sm" len="sm"/>
              <a:tailEnd type="none" w="sm" len="sm"/>
            </a:ln>
          </a:top>
        </a:tcBdr>
        <a:fill>
          <a:solidFill>
            <a:srgbClr val="FFFFFF">
              <a:alpha val="0"/>
            </a:srgbClr>
          </a:solidFill>
        </a:fill>
      </a:tcStyle>
    </a:lastRow>
    <a:seCell>
      <a:tcTxStyle/>
      <a:tcStyle>
        <a:tcBdr>
          <a:left>
            <a:ln w="9525" cap="flat" cmpd="sng">
              <a:solidFill>
                <a:srgbClr val="000000">
                  <a:alpha val="0"/>
                </a:srgbClr>
              </a:solidFill>
              <a:prstDash val="solid"/>
              <a:round/>
              <a:headEnd type="none" w="sm" len="sm"/>
              <a:tailEnd type="none" w="sm" len="sm"/>
            </a:ln>
          </a:left>
          <a:top>
            <a:ln w="9525" cap="flat" cmpd="sng">
              <a:solidFill>
                <a:srgbClr val="000000">
                  <a:alpha val="0"/>
                </a:srgbClr>
              </a:solidFill>
              <a:prstDash val="solid"/>
              <a:round/>
              <a:headEnd type="none" w="sm" len="sm"/>
              <a:tailEnd type="none" w="sm" len="sm"/>
            </a:ln>
          </a:top>
        </a:tcBdr>
      </a:tcStyle>
    </a:seCell>
    <a:swCell>
      <a:tcTxStyle/>
      <a:tcStyle>
        <a:tcBdr>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tcBdr>
      </a:tcStyle>
    </a:swCell>
    <a:firstRow>
      <a:tcTxStyle b="on" i="off"/>
      <a:tcStyle>
        <a:tcBdr>
          <a:bottom>
            <a:ln w="9525" cap="flat" cmpd="sng">
              <a:solidFill>
                <a:schemeClr val="lt1"/>
              </a:solidFill>
              <a:prstDash val="solid"/>
              <a:round/>
              <a:headEnd type="none" w="sm" len="sm"/>
              <a:tailEnd type="none" w="sm" len="sm"/>
            </a:ln>
          </a:bottom>
        </a:tcBdr>
        <a:fill>
          <a:solidFill>
            <a:srgbClr val="FFFFFF">
              <a:alpha val="0"/>
            </a:srgbClr>
          </a:solidFill>
        </a:fill>
      </a:tcStyle>
    </a:firstRow>
    <a:neCell>
      <a:tcTxStyle/>
      <a:tcStyle>
        <a:tcBdr>
          <a:bottom>
            <a:ln w="9525" cap="flat" cmpd="sng">
              <a:solidFill>
                <a:srgbClr val="000000">
                  <a:alpha val="0"/>
                </a:srgbClr>
              </a:solidFill>
              <a:prstDash val="solid"/>
              <a:round/>
              <a:headEnd type="none" w="sm" len="sm"/>
              <a:tailEnd type="none" w="sm" len="sm"/>
            </a:ln>
          </a:bottom>
        </a:tcBdr>
      </a:tcStyle>
    </a:neCell>
    <a:nwCell>
      <a:tcTxStyle/>
      <a:tcStyle>
        <a:tcBdr/>
      </a:tcStyle>
    </a:nwCell>
  </a:tblStyle>
  <a:tblStyle styleId="{0C384D20-33F2-47B8-9D6E-BA9C818E8EFE}" styleName="Table_4">
    <a:wholeTbl>
      <a:tcTxStyle b="off" i="off">
        <a:font>
          <a:latin typeface="Arial"/>
          <a:ea typeface="Arial"/>
          <a:cs typeface="Arial"/>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40000"/>
            </a:schemeClr>
          </a:solidFill>
        </a:fill>
      </a:tcStyle>
    </a:band1H>
    <a:band2H>
      <a:tcTxStyle/>
      <a:tcStyle>
        <a:tcBdr/>
      </a:tcStyle>
    </a:band2H>
    <a:band1V>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fill>
          <a:solidFill>
            <a:schemeClr val="accent2">
              <a:alpha val="40000"/>
            </a:schemeClr>
          </a:solidFill>
        </a:fill>
      </a:tcStyle>
    </a:band1V>
    <a:band2V>
      <a:tcTxStyle/>
      <a:tcStyle>
        <a:tcBdr/>
      </a:tcStyle>
    </a:band2V>
    <a:la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2"/>
          </a:solidFill>
        </a:fill>
      </a:tcStyle>
    </a:firstRow>
    <a:neCell>
      <a:tcTxStyle/>
      <a:tcStyle>
        <a:tcBdr/>
      </a:tcStyle>
    </a:neCell>
    <a:nwCell>
      <a:tcTxStyle/>
      <a:tcStyle>
        <a:tcBdr/>
      </a:tcStyle>
    </a:nwCell>
  </a:tblStyle>
  <a:tblStyle styleId="{6DB7E84E-6233-4CEB-B169-BE9E75713FA4}" styleName="Table_5">
    <a:wholeTbl>
      <a:tcTxStyle b="off" i="off">
        <a:font>
          <a:latin typeface="Arial"/>
          <a:ea typeface="Arial"/>
          <a:cs typeface="Arial"/>
        </a:font>
        <a:schemeClr val="dk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chemeClr val="accent4"/>
              </a:solidFill>
              <a:prstDash val="solid"/>
              <a:round/>
              <a:headEnd type="none" w="sm" len="sm"/>
              <a:tailEnd type="none" w="sm" len="sm"/>
            </a:ln>
          </a:insideV>
        </a:tcBdr>
        <a:fill>
          <a:solidFill>
            <a:srgbClr val="FFFFFF">
              <a:alpha val="0"/>
            </a:srgbClr>
          </a:solidFill>
        </a:fill>
      </a:tcStyle>
    </a:wholeTbl>
    <a:band1H>
      <a:tcTxStyle/>
      <a:tcStyle>
        <a:tcBdr/>
        <a:fill>
          <a:solidFill>
            <a:schemeClr val="accent4">
              <a:alpha val="40000"/>
            </a:schemeClr>
          </a:solidFill>
        </a:fill>
      </a:tcStyle>
    </a:band1H>
    <a:band2H>
      <a:tcTxStyle/>
      <a:tcStyle>
        <a:tcBdr/>
      </a:tcStyle>
    </a:band2H>
    <a:band1V>
      <a:tcTxStyle/>
      <a:tcStyle>
        <a:tcBdr>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tcBdr>
        <a:fill>
          <a:solidFill>
            <a:schemeClr val="accent4">
              <a:alpha val="40000"/>
            </a:schemeClr>
          </a:solidFill>
        </a:fill>
      </a:tcStyle>
    </a:band1V>
    <a:band2V>
      <a:tcTxStyle/>
      <a:tcStyle>
        <a:tcBdr/>
      </a:tcStyle>
    </a:band2V>
    <a:lastCol>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accent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4"/>
              </a:solidFill>
              <a:prstDash val="solid"/>
              <a:round/>
              <a:headEnd type="none" w="sm" len="sm"/>
              <a:tailEnd type="none" w="sm" len="sm"/>
            </a:ln>
          </a:left>
          <a:right>
            <a:ln w="9525" cap="flat" cmpd="sng">
              <a:solidFill>
                <a:schemeClr val="accent4"/>
              </a:solidFill>
              <a:prstDash val="solid"/>
              <a:round/>
              <a:headEnd type="none" w="sm" len="sm"/>
              <a:tailEnd type="none" w="sm" len="sm"/>
            </a:ln>
          </a:right>
          <a:top>
            <a:ln w="9525" cap="flat" cmpd="sng">
              <a:solidFill>
                <a:schemeClr val="accent4"/>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9"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a:extLst>
            <a:ext uri="{FF2B5EF4-FFF2-40B4-BE49-F238E27FC236}">
              <a16:creationId xmlns:a16="http://schemas.microsoft.com/office/drawing/2014/main" id="{E539A750-CC79-19AD-F349-D6DAD961E18C}"/>
            </a:ext>
          </a:extLst>
        </p:cNvPr>
        <p:cNvGrpSpPr/>
        <p:nvPr/>
      </p:nvGrpSpPr>
      <p:grpSpPr>
        <a:xfrm>
          <a:off x="0" y="0"/>
          <a:ext cx="0" cy="0"/>
          <a:chOff x="0" y="0"/>
          <a:chExt cx="0" cy="0"/>
        </a:xfrm>
      </p:grpSpPr>
      <p:sp>
        <p:nvSpPr>
          <p:cNvPr id="329" name="Google Shape;329;p2:notes">
            <a:extLst>
              <a:ext uri="{FF2B5EF4-FFF2-40B4-BE49-F238E27FC236}">
                <a16:creationId xmlns:a16="http://schemas.microsoft.com/office/drawing/2014/main" id="{733326F6-5973-3762-763C-3CF6A00945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2:notes">
            <a:extLst>
              <a:ext uri="{FF2B5EF4-FFF2-40B4-BE49-F238E27FC236}">
                <a16:creationId xmlns:a16="http://schemas.microsoft.com/office/drawing/2014/main" id="{373ED717-7FD4-9545-A364-22A5D3A2845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2:notes">
            <a:extLst>
              <a:ext uri="{FF2B5EF4-FFF2-40B4-BE49-F238E27FC236}">
                <a16:creationId xmlns:a16="http://schemas.microsoft.com/office/drawing/2014/main" id="{0F4ABDBD-3330-6D72-B8F5-FBEE3278920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a:t>
            </a:fld>
            <a:endParaRPr/>
          </a:p>
        </p:txBody>
      </p:sp>
    </p:spTree>
    <p:extLst>
      <p:ext uri="{BB962C8B-B14F-4D97-AF65-F5344CB8AC3E}">
        <p14:creationId xmlns:p14="http://schemas.microsoft.com/office/powerpoint/2010/main" val="2778154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a:t>
            </a:fld>
            <a:endParaRPr/>
          </a:p>
        </p:txBody>
      </p:sp>
    </p:spTree>
    <p:extLst>
      <p:ext uri="{BB962C8B-B14F-4D97-AF65-F5344CB8AC3E}">
        <p14:creationId xmlns:p14="http://schemas.microsoft.com/office/powerpoint/2010/main" val="3370974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10</a:t>
            </a:fld>
            <a:endParaRPr/>
          </a:p>
        </p:txBody>
      </p:sp>
    </p:spTree>
    <p:extLst>
      <p:ext uri="{BB962C8B-B14F-4D97-AF65-F5344CB8AC3E}">
        <p14:creationId xmlns:p14="http://schemas.microsoft.com/office/powerpoint/2010/main" val="2792846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11</a:t>
            </a:fld>
            <a:endParaRPr/>
          </a:p>
        </p:txBody>
      </p:sp>
    </p:spTree>
    <p:extLst>
      <p:ext uri="{BB962C8B-B14F-4D97-AF65-F5344CB8AC3E}">
        <p14:creationId xmlns:p14="http://schemas.microsoft.com/office/powerpoint/2010/main" val="2319763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a:t>
            </a:fld>
            <a:endParaRPr/>
          </a:p>
        </p:txBody>
      </p:sp>
    </p:spTree>
    <p:extLst>
      <p:ext uri="{BB962C8B-B14F-4D97-AF65-F5344CB8AC3E}">
        <p14:creationId xmlns:p14="http://schemas.microsoft.com/office/powerpoint/2010/main" val="3416579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1" name="Google Shape;53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2" name="Google Shape;53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 name="Google Shape;54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9" name="Google Shape;57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con imagen">
  <p:cSld name="Diapositiva de título con imagen">
    <p:spTree>
      <p:nvGrpSpPr>
        <p:cNvPr id="1" name="Shape 15"/>
        <p:cNvGrpSpPr/>
        <p:nvPr/>
      </p:nvGrpSpPr>
      <p:grpSpPr>
        <a:xfrm>
          <a:off x="0" y="0"/>
          <a:ext cx="0" cy="0"/>
          <a:chOff x="0" y="0"/>
          <a:chExt cx="0" cy="0"/>
        </a:xfrm>
      </p:grpSpPr>
      <p:sp>
        <p:nvSpPr>
          <p:cNvPr id="16" name="Google Shape;16;p29"/>
          <p:cNvSpPr txBox="1">
            <a:spLocks noGrp="1"/>
          </p:cNvSpPr>
          <p:nvPr>
            <p:ph type="title"/>
          </p:nvPr>
        </p:nvSpPr>
        <p:spPr>
          <a:xfrm>
            <a:off x="758588" y="1436921"/>
            <a:ext cx="5690680" cy="1517356"/>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9"/>
          <p:cNvSpPr txBox="1">
            <a:spLocks noGrp="1"/>
          </p:cNvSpPr>
          <p:nvPr>
            <p:ph type="body" idx="1"/>
          </p:nvPr>
        </p:nvSpPr>
        <p:spPr>
          <a:xfrm>
            <a:off x="786259" y="5096662"/>
            <a:ext cx="4367531" cy="94982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3"/>
              </a:buClr>
              <a:buSzPts val="2800"/>
              <a:buNone/>
              <a:defRPr sz="2800" b="0" i="0">
                <a:solidFill>
                  <a:schemeClr val="accent3"/>
                </a:solidFill>
                <a:latin typeface="Arial"/>
                <a:ea typeface="Arial"/>
                <a:cs typeface="Arial"/>
                <a:sym typeface="Arial"/>
              </a:defRPr>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9"/>
          <p:cNvSpPr/>
          <p:nvPr/>
        </p:nvSpPr>
        <p:spPr>
          <a:xfrm>
            <a:off x="8069104" y="5422164"/>
            <a:ext cx="736673" cy="736673"/>
          </a:xfrm>
          <a:custGeom>
            <a:avLst/>
            <a:gdLst/>
            <a:ahLst/>
            <a:cxnLst/>
            <a:rect l="l" t="t" r="r" b="b"/>
            <a:pathLst>
              <a:path w="736672" h="736672" extrusionOk="0">
                <a:moveTo>
                  <a:pt x="372146" y="731592"/>
                </a:moveTo>
                <a:cubicBezTo>
                  <a:pt x="570286" y="731592"/>
                  <a:pt x="731592" y="570286"/>
                  <a:pt x="731592" y="372147"/>
                </a:cubicBezTo>
                <a:cubicBezTo>
                  <a:pt x="731592" y="174007"/>
                  <a:pt x="570286" y="12701"/>
                  <a:pt x="372146" y="12701"/>
                </a:cubicBezTo>
                <a:cubicBezTo>
                  <a:pt x="174007" y="12701"/>
                  <a:pt x="12701" y="174007"/>
                  <a:pt x="12701" y="372147"/>
                </a:cubicBezTo>
                <a:cubicBezTo>
                  <a:pt x="12701" y="570286"/>
                  <a:pt x="174007" y="731592"/>
                  <a:pt x="372146" y="73159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9" name="Google Shape;19;p29"/>
          <p:cNvSpPr/>
          <p:nvPr/>
        </p:nvSpPr>
        <p:spPr>
          <a:xfrm>
            <a:off x="9029960" y="3463631"/>
            <a:ext cx="3175313" cy="2946690"/>
          </a:xfrm>
          <a:custGeom>
            <a:avLst/>
            <a:gdLst/>
            <a:ahLst/>
            <a:cxnLst/>
            <a:rect l="l" t="t" r="r" b="b"/>
            <a:pathLst>
              <a:path w="3175312" h="2946690" extrusionOk="0">
                <a:moveTo>
                  <a:pt x="3162808" y="12701"/>
                </a:moveTo>
                <a:lnTo>
                  <a:pt x="487925" y="1331091"/>
                </a:lnTo>
                <a:cubicBezTo>
                  <a:pt x="487925" y="1331091"/>
                  <a:pt x="-250018" y="1695617"/>
                  <a:pt x="113238" y="2433559"/>
                </a:cubicBezTo>
                <a:lnTo>
                  <a:pt x="127209" y="2461502"/>
                </a:lnTo>
                <a:cubicBezTo>
                  <a:pt x="127209" y="2461502"/>
                  <a:pt x="491735" y="3199445"/>
                  <a:pt x="1229677" y="2836189"/>
                </a:cubicBezTo>
                <a:lnTo>
                  <a:pt x="3162808" y="1882325"/>
                </a:lnTo>
                <a:lnTo>
                  <a:pt x="3162808" y="127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0" name="Google Shape;20;p29"/>
          <p:cNvSpPr/>
          <p:nvPr/>
        </p:nvSpPr>
        <p:spPr>
          <a:xfrm>
            <a:off x="11043829" y="4566099"/>
            <a:ext cx="1155814" cy="863685"/>
          </a:xfrm>
          <a:custGeom>
            <a:avLst/>
            <a:gdLst/>
            <a:ahLst/>
            <a:cxnLst/>
            <a:rect l="l" t="t" r="r" b="b"/>
            <a:pathLst>
              <a:path w="1155813" h="863685" extrusionOk="0">
                <a:moveTo>
                  <a:pt x="1148938" y="12701"/>
                </a:moveTo>
                <a:lnTo>
                  <a:pt x="173482" y="494079"/>
                </a:lnTo>
                <a:cubicBezTo>
                  <a:pt x="173482" y="494079"/>
                  <a:pt x="-47520" y="603309"/>
                  <a:pt x="28688" y="759535"/>
                </a:cubicBezTo>
                <a:lnTo>
                  <a:pt x="31228" y="765885"/>
                </a:lnTo>
                <a:cubicBezTo>
                  <a:pt x="31228" y="765885"/>
                  <a:pt x="108705" y="922111"/>
                  <a:pt x="329707" y="812880"/>
                </a:cubicBezTo>
                <a:lnTo>
                  <a:pt x="1147668" y="408980"/>
                </a:lnTo>
                <a:lnTo>
                  <a:pt x="1147668" y="1270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1" name="Google Shape;21;p29"/>
          <p:cNvSpPr/>
          <p:nvPr/>
        </p:nvSpPr>
        <p:spPr>
          <a:xfrm>
            <a:off x="10743661" y="-1689"/>
            <a:ext cx="1447943" cy="1003399"/>
          </a:xfrm>
          <a:custGeom>
            <a:avLst/>
            <a:gdLst/>
            <a:ahLst/>
            <a:cxnLst/>
            <a:rect l="l" t="t" r="r" b="b"/>
            <a:pathLst>
              <a:path w="1447942" h="1003398" extrusionOk="0">
                <a:moveTo>
                  <a:pt x="1446147" y="12701"/>
                </a:moveTo>
                <a:lnTo>
                  <a:pt x="173482" y="640143"/>
                </a:lnTo>
                <a:cubicBezTo>
                  <a:pt x="173482" y="640143"/>
                  <a:pt x="-47520" y="749374"/>
                  <a:pt x="28688" y="905599"/>
                </a:cubicBezTo>
                <a:lnTo>
                  <a:pt x="31227" y="911950"/>
                </a:lnTo>
                <a:cubicBezTo>
                  <a:pt x="31227" y="911950"/>
                  <a:pt x="108705" y="1068175"/>
                  <a:pt x="329707" y="958944"/>
                </a:cubicBezTo>
                <a:lnTo>
                  <a:pt x="1446147" y="408980"/>
                </a:lnTo>
                <a:lnTo>
                  <a:pt x="1446147" y="127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 name="Google Shape;22;p29"/>
          <p:cNvSpPr/>
          <p:nvPr/>
        </p:nvSpPr>
        <p:spPr>
          <a:xfrm>
            <a:off x="6536780" y="-12701"/>
            <a:ext cx="4978890" cy="2133810"/>
          </a:xfrm>
          <a:custGeom>
            <a:avLst/>
            <a:gdLst/>
            <a:ahLst/>
            <a:cxnLst/>
            <a:rect l="l" t="t" r="r" b="b"/>
            <a:pathLst>
              <a:path w="4978890" h="2133810" extrusionOk="0">
                <a:moveTo>
                  <a:pt x="2515401" y="12701"/>
                </a:moveTo>
                <a:lnTo>
                  <a:pt x="371430" y="1069445"/>
                </a:lnTo>
                <a:cubicBezTo>
                  <a:pt x="371430" y="1069445"/>
                  <a:pt x="-163293" y="1333631"/>
                  <a:pt x="72951" y="1811198"/>
                </a:cubicBezTo>
                <a:lnTo>
                  <a:pt x="81841" y="1828980"/>
                </a:lnTo>
                <a:cubicBezTo>
                  <a:pt x="81841" y="1828980"/>
                  <a:pt x="316814" y="2306547"/>
                  <a:pt x="851538" y="2043631"/>
                </a:cubicBezTo>
                <a:lnTo>
                  <a:pt x="4968013" y="12701"/>
                </a:lnTo>
                <a:lnTo>
                  <a:pt x="2515401" y="1270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 name="Google Shape;23;p29"/>
          <p:cNvSpPr/>
          <p:nvPr/>
        </p:nvSpPr>
        <p:spPr>
          <a:xfrm>
            <a:off x="6518963" y="-12701"/>
            <a:ext cx="5029695" cy="2146511"/>
          </a:xfrm>
          <a:custGeom>
            <a:avLst/>
            <a:gdLst/>
            <a:ahLst/>
            <a:cxnLst/>
            <a:rect l="l" t="t" r="r" b="b"/>
            <a:pathLst>
              <a:path w="5029695" h="2146511" extrusionOk="0">
                <a:moveTo>
                  <a:pt x="4942646" y="12701"/>
                </a:moveTo>
                <a:lnTo>
                  <a:pt x="860464" y="2025849"/>
                </a:lnTo>
                <a:cubicBezTo>
                  <a:pt x="645812" y="2131270"/>
                  <a:pt x="456564" y="2130000"/>
                  <a:pt x="295258" y="2019499"/>
                </a:cubicBezTo>
                <a:cubicBezTo>
                  <a:pt x="174596" y="1936941"/>
                  <a:pt x="116171" y="1821359"/>
                  <a:pt x="116171" y="1820089"/>
                </a:cubicBezTo>
                <a:lnTo>
                  <a:pt x="107280" y="1802307"/>
                </a:lnTo>
                <a:cubicBezTo>
                  <a:pt x="13290" y="1611789"/>
                  <a:pt x="32342" y="1433971"/>
                  <a:pt x="165705" y="1273935"/>
                </a:cubicBezTo>
                <a:cubicBezTo>
                  <a:pt x="266045" y="1153274"/>
                  <a:pt x="395598" y="1087227"/>
                  <a:pt x="398138" y="1085957"/>
                </a:cubicBezTo>
                <a:lnTo>
                  <a:pt x="2576402" y="12701"/>
                </a:lnTo>
                <a:lnTo>
                  <a:pt x="2490034" y="12701"/>
                </a:lnTo>
                <a:lnTo>
                  <a:pt x="381626" y="1052934"/>
                </a:lnTo>
                <a:cubicBezTo>
                  <a:pt x="376546" y="1055474"/>
                  <a:pt x="243183" y="1121520"/>
                  <a:pt x="137762" y="1249803"/>
                </a:cubicBezTo>
                <a:cubicBezTo>
                  <a:pt x="38693" y="1369195"/>
                  <a:pt x="-51486" y="1564794"/>
                  <a:pt x="74256" y="1820089"/>
                </a:cubicBezTo>
                <a:lnTo>
                  <a:pt x="83147" y="1837871"/>
                </a:lnTo>
                <a:cubicBezTo>
                  <a:pt x="85687" y="1842952"/>
                  <a:pt x="145383" y="1962343"/>
                  <a:pt x="273666" y="2051252"/>
                </a:cubicBezTo>
                <a:cubicBezTo>
                  <a:pt x="342253" y="2098247"/>
                  <a:pt x="440053" y="2141431"/>
                  <a:pt x="564525" y="2141431"/>
                </a:cubicBezTo>
                <a:cubicBezTo>
                  <a:pt x="654703" y="2141431"/>
                  <a:pt x="758854" y="2119839"/>
                  <a:pt x="878246" y="2060143"/>
                </a:cubicBezTo>
                <a:lnTo>
                  <a:pt x="5029014" y="12701"/>
                </a:lnTo>
                <a:lnTo>
                  <a:pt x="4942646" y="1270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4" name="Google Shape;24;p29"/>
          <p:cNvSpPr txBox="1">
            <a:spLocks noGrp="1"/>
          </p:cNvSpPr>
          <p:nvPr>
            <p:ph type="body" idx="2"/>
          </p:nvPr>
        </p:nvSpPr>
        <p:spPr>
          <a:xfrm>
            <a:off x="786259" y="3425363"/>
            <a:ext cx="3629300" cy="94982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2800"/>
              <a:buNone/>
              <a:defRPr sz="2800" b="1" i="0"/>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29"/>
          <p:cNvSpPr/>
          <p:nvPr/>
        </p:nvSpPr>
        <p:spPr>
          <a:xfrm>
            <a:off x="895717" y="3124629"/>
            <a:ext cx="2158296" cy="151200"/>
          </a:xfrm>
          <a:custGeom>
            <a:avLst/>
            <a:gdLst/>
            <a:ahLst/>
            <a:cxnLst/>
            <a:rect l="l" t="t" r="r" b="b"/>
            <a:pathLst>
              <a:path w="2158295" h="165045" extrusionOk="0">
                <a:moveTo>
                  <a:pt x="2087180" y="153601"/>
                </a:moveTo>
                <a:lnTo>
                  <a:pt x="82504" y="153601"/>
                </a:lnTo>
                <a:cubicBezTo>
                  <a:pt x="44417" y="153601"/>
                  <a:pt x="12677" y="121861"/>
                  <a:pt x="12677" y="83774"/>
                </a:cubicBezTo>
                <a:lnTo>
                  <a:pt x="12677" y="83774"/>
                </a:lnTo>
                <a:cubicBezTo>
                  <a:pt x="12677" y="44417"/>
                  <a:pt x="44417" y="12677"/>
                  <a:pt x="82504" y="12677"/>
                </a:cubicBezTo>
                <a:lnTo>
                  <a:pt x="2087180" y="12677"/>
                </a:lnTo>
                <a:cubicBezTo>
                  <a:pt x="2125268" y="12677"/>
                  <a:pt x="2157008" y="44417"/>
                  <a:pt x="2157008" y="82504"/>
                </a:cubicBezTo>
                <a:lnTo>
                  <a:pt x="2157008" y="82504"/>
                </a:lnTo>
                <a:cubicBezTo>
                  <a:pt x="2157008" y="121861"/>
                  <a:pt x="2126538" y="153601"/>
                  <a:pt x="2087180" y="153601"/>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6" name="Google Shape;26;p29"/>
          <p:cNvSpPr/>
          <p:nvPr/>
        </p:nvSpPr>
        <p:spPr>
          <a:xfrm>
            <a:off x="-7816" y="5057878"/>
            <a:ext cx="715108" cy="949829"/>
          </a:xfrm>
          <a:custGeom>
            <a:avLst/>
            <a:gdLst/>
            <a:ahLst/>
            <a:cxnLst/>
            <a:rect l="l" t="t" r="r" b="b"/>
            <a:pathLst>
              <a:path w="723600" h="1015200" extrusionOk="0">
                <a:moveTo>
                  <a:pt x="217522" y="9082"/>
                </a:moveTo>
                <a:lnTo>
                  <a:pt x="9082" y="9082"/>
                </a:lnTo>
                <a:lnTo>
                  <a:pt x="9082" y="1010242"/>
                </a:lnTo>
                <a:lnTo>
                  <a:pt x="217522" y="1010242"/>
                </a:lnTo>
                <a:cubicBezTo>
                  <a:pt x="217522" y="1010242"/>
                  <a:pt x="716482" y="1010242"/>
                  <a:pt x="716482" y="518842"/>
                </a:cubicBezTo>
                <a:lnTo>
                  <a:pt x="716482" y="500482"/>
                </a:lnTo>
                <a:cubicBezTo>
                  <a:pt x="716482" y="500482"/>
                  <a:pt x="716482" y="9082"/>
                  <a:pt x="217522" y="908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7" name="Google Shape;27;p29"/>
          <p:cNvSpPr>
            <a:spLocks noGrp="1"/>
          </p:cNvSpPr>
          <p:nvPr>
            <p:ph type="pic" idx="3"/>
          </p:nvPr>
        </p:nvSpPr>
        <p:spPr>
          <a:xfrm>
            <a:off x="4614953" y="0"/>
            <a:ext cx="7585924" cy="5949573"/>
          </a:xfrm>
          <a:prstGeom prst="rect">
            <a:avLst/>
          </a:prstGeom>
          <a:noFill/>
          <a:ln>
            <a:noFill/>
          </a:ln>
        </p:spPr>
        <p:txBody>
          <a:bodyPr/>
          <a:lstStyle/>
          <a:p>
            <a:endParaRPr lang="es-C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ido de vídeo">
  <p:cSld name="Contenido de vídeo">
    <p:spTree>
      <p:nvGrpSpPr>
        <p:cNvPr id="1" name="Shape 28"/>
        <p:cNvGrpSpPr/>
        <p:nvPr/>
      </p:nvGrpSpPr>
      <p:grpSpPr>
        <a:xfrm>
          <a:off x="0" y="0"/>
          <a:ext cx="0" cy="0"/>
          <a:chOff x="0" y="0"/>
          <a:chExt cx="0" cy="0"/>
        </a:xfrm>
      </p:grpSpPr>
      <p:sp>
        <p:nvSpPr>
          <p:cNvPr id="29" name="Google Shape;29;p30"/>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 name="Google Shape;30;p30"/>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1" name="Google Shape;31;p30"/>
          <p:cNvSpPr>
            <a:spLocks noGrp="1"/>
          </p:cNvSpPr>
          <p:nvPr>
            <p:ph type="media" idx="2"/>
          </p:nvPr>
        </p:nvSpPr>
        <p:spPr>
          <a:xfrm>
            <a:off x="911225" y="908050"/>
            <a:ext cx="10369550" cy="4660900"/>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1000"/>
              </a:spcBef>
              <a:spcAft>
                <a:spcPts val="0"/>
              </a:spcAft>
              <a:buClr>
                <a:srgbClr val="7F7F7F"/>
              </a:buClr>
              <a:buSzPts val="1600"/>
              <a:buFont typeface="Arial"/>
              <a:buNone/>
              <a:defRPr sz="1600" b="0" i="0" u="none" strike="noStrike" cap="none">
                <a:solidFill>
                  <a:srgbClr val="7F7F7F"/>
                </a:solidFill>
                <a:latin typeface="Arial"/>
                <a:ea typeface="Arial"/>
                <a:cs typeface="Arial"/>
                <a:sym typeface="Arial"/>
              </a:defRPr>
            </a:lvl1pPr>
            <a:lvl2pPr marR="0" lvl="1" algn="l" rtl="0">
              <a:lnSpc>
                <a:spcPct val="90000"/>
              </a:lnSpc>
              <a:spcBef>
                <a:spcPts val="500"/>
              </a:spcBef>
              <a:spcAft>
                <a:spcPts val="0"/>
              </a:spcAft>
              <a:buClr>
                <a:schemeClr val="accent1"/>
              </a:buClr>
              <a:buSzPts val="2400"/>
              <a:buFont typeface="Arial"/>
              <a:buChar char="•"/>
              <a:defRPr sz="2400" b="0" i="0" u="none" strike="noStrike" cap="none">
                <a:solidFill>
                  <a:schemeClr val="accent1"/>
                </a:solidFill>
                <a:latin typeface="Arial"/>
                <a:ea typeface="Arial"/>
                <a:cs typeface="Arial"/>
                <a:sym typeface="Arial"/>
              </a:defRPr>
            </a:lvl2pPr>
            <a:lvl3pPr marR="0" lvl="2"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Arial"/>
                <a:ea typeface="Arial"/>
                <a:cs typeface="Arial"/>
                <a:sym typeface="Arial"/>
              </a:defRPr>
            </a:lvl3pPr>
            <a:lvl4pPr marR="0" lvl="3"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Arial"/>
                <a:ea typeface="Arial"/>
                <a:cs typeface="Arial"/>
                <a:sym typeface="Arial"/>
              </a:defRPr>
            </a:lvl4pPr>
            <a:lvl5pPr marR="0" lvl="4"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2" name="Google Shape;32;p30"/>
          <p:cNvSpPr txBox="1">
            <a:spLocks noGrp="1"/>
          </p:cNvSpPr>
          <p:nvPr>
            <p:ph type="ftr" idx="11"/>
          </p:nvPr>
        </p:nvSpPr>
        <p:spPr>
          <a:xfrm>
            <a:off x="812290" y="5797769"/>
            <a:ext cx="23881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0"/>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34" name="Google Shape;34;p30"/>
          <p:cNvSpPr/>
          <p:nvPr/>
        </p:nvSpPr>
        <p:spPr>
          <a:xfrm>
            <a:off x="8807428" y="2003790"/>
            <a:ext cx="775201" cy="774776"/>
          </a:xfrm>
          <a:custGeom>
            <a:avLst/>
            <a:gdLst/>
            <a:ahLst/>
            <a:cxnLst/>
            <a:rect l="l" t="t" r="r" b="b"/>
            <a:pathLst>
              <a:path w="774776" h="774776" extrusionOk="0">
                <a:moveTo>
                  <a:pt x="388023" y="766520"/>
                </a:moveTo>
                <a:cubicBezTo>
                  <a:pt x="179723" y="766520"/>
                  <a:pt x="9526" y="596324"/>
                  <a:pt x="9526" y="388023"/>
                </a:cubicBezTo>
                <a:cubicBezTo>
                  <a:pt x="9526" y="179723"/>
                  <a:pt x="179723" y="9526"/>
                  <a:pt x="388023" y="9526"/>
                </a:cubicBezTo>
                <a:cubicBezTo>
                  <a:pt x="596324" y="9526"/>
                  <a:pt x="766521" y="179723"/>
                  <a:pt x="766521" y="388023"/>
                </a:cubicBezTo>
                <a:cubicBezTo>
                  <a:pt x="766521" y="596324"/>
                  <a:pt x="596324" y="766520"/>
                  <a:pt x="388023" y="766520"/>
                </a:cubicBezTo>
                <a:close/>
                <a:moveTo>
                  <a:pt x="388023" y="48900"/>
                </a:moveTo>
                <a:cubicBezTo>
                  <a:pt x="200045" y="48900"/>
                  <a:pt x="47630" y="201315"/>
                  <a:pt x="47630" y="389293"/>
                </a:cubicBezTo>
                <a:cubicBezTo>
                  <a:pt x="47630" y="577272"/>
                  <a:pt x="200045" y="729687"/>
                  <a:pt x="388023" y="729687"/>
                </a:cubicBezTo>
                <a:cubicBezTo>
                  <a:pt x="576002" y="729687"/>
                  <a:pt x="728417" y="577272"/>
                  <a:pt x="728417" y="389293"/>
                </a:cubicBezTo>
                <a:cubicBezTo>
                  <a:pt x="728417" y="201315"/>
                  <a:pt x="576002" y="48900"/>
                  <a:pt x="388023" y="4890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 name="Google Shape;35;p30"/>
          <p:cNvSpPr/>
          <p:nvPr/>
        </p:nvSpPr>
        <p:spPr>
          <a:xfrm>
            <a:off x="9780046" y="430740"/>
            <a:ext cx="2414562" cy="2578354"/>
          </a:xfrm>
          <a:custGeom>
            <a:avLst/>
            <a:gdLst/>
            <a:ahLst/>
            <a:cxnLst/>
            <a:rect l="l" t="t" r="r" b="b"/>
            <a:pathLst>
              <a:path w="2413237" h="2578354" extrusionOk="0">
                <a:moveTo>
                  <a:pt x="2412164" y="12701"/>
                </a:moveTo>
                <a:lnTo>
                  <a:pt x="487924" y="962755"/>
                </a:lnTo>
                <a:cubicBezTo>
                  <a:pt x="487924" y="962755"/>
                  <a:pt x="-250018" y="1327281"/>
                  <a:pt x="113238" y="2065224"/>
                </a:cubicBezTo>
                <a:lnTo>
                  <a:pt x="127209" y="2093166"/>
                </a:lnTo>
                <a:cubicBezTo>
                  <a:pt x="127209" y="2093166"/>
                  <a:pt x="491735" y="2831109"/>
                  <a:pt x="1229678" y="2467853"/>
                </a:cubicBezTo>
                <a:lnTo>
                  <a:pt x="2412164" y="1884866"/>
                </a:lnTo>
                <a:lnTo>
                  <a:pt x="2412164" y="127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 name="Google Shape;36;p30"/>
          <p:cNvSpPr/>
          <p:nvPr/>
        </p:nvSpPr>
        <p:spPr>
          <a:xfrm>
            <a:off x="9762774" y="410418"/>
            <a:ext cx="2439977" cy="2616458"/>
          </a:xfrm>
          <a:custGeom>
            <a:avLst/>
            <a:gdLst/>
            <a:ahLst/>
            <a:cxnLst/>
            <a:rect l="l" t="t" r="r" b="b"/>
            <a:pathLst>
              <a:path w="2438640" h="2616457" extrusionOk="0">
                <a:moveTo>
                  <a:pt x="2429427" y="1882326"/>
                </a:moveTo>
                <a:lnTo>
                  <a:pt x="1238050" y="2469123"/>
                </a:lnTo>
                <a:cubicBezTo>
                  <a:pt x="939570" y="2616458"/>
                  <a:pt x="667763" y="2599946"/>
                  <a:pt x="431520" y="2420859"/>
                </a:cubicBezTo>
                <a:cubicBezTo>
                  <a:pt x="253703" y="2286225"/>
                  <a:pt x="162253" y="2104598"/>
                  <a:pt x="162253" y="2103327"/>
                </a:cubicBezTo>
                <a:lnTo>
                  <a:pt x="148282" y="2075385"/>
                </a:lnTo>
                <a:cubicBezTo>
                  <a:pt x="947" y="1776905"/>
                  <a:pt x="17459" y="1505098"/>
                  <a:pt x="196547" y="1268855"/>
                </a:cubicBezTo>
                <a:cubicBezTo>
                  <a:pt x="331180" y="1091038"/>
                  <a:pt x="511538" y="1000859"/>
                  <a:pt x="514078" y="999589"/>
                </a:cubicBezTo>
                <a:lnTo>
                  <a:pt x="2430697" y="54615"/>
                </a:lnTo>
                <a:lnTo>
                  <a:pt x="2430697" y="12701"/>
                </a:lnTo>
                <a:lnTo>
                  <a:pt x="497567" y="965295"/>
                </a:lnTo>
                <a:cubicBezTo>
                  <a:pt x="489946" y="969106"/>
                  <a:pt x="307048" y="1060555"/>
                  <a:pt x="167334" y="1244723"/>
                </a:cubicBezTo>
                <a:cubicBezTo>
                  <a:pt x="37781" y="1416190"/>
                  <a:pt x="-77800" y="1701968"/>
                  <a:pt x="115259" y="2093166"/>
                </a:cubicBezTo>
                <a:lnTo>
                  <a:pt x="129231" y="2121109"/>
                </a:lnTo>
                <a:cubicBezTo>
                  <a:pt x="133041" y="2128730"/>
                  <a:pt x="224490" y="2311628"/>
                  <a:pt x="408658" y="2451342"/>
                </a:cubicBezTo>
                <a:cubicBezTo>
                  <a:pt x="514078" y="2531359"/>
                  <a:pt x="663953" y="2606297"/>
                  <a:pt x="854472" y="2606297"/>
                </a:cubicBezTo>
                <a:cubicBezTo>
                  <a:pt x="972593" y="2606297"/>
                  <a:pt x="1107227" y="2577084"/>
                  <a:pt x="1255831" y="2503417"/>
                </a:cubicBezTo>
                <a:lnTo>
                  <a:pt x="2429427" y="1924240"/>
                </a:lnTo>
                <a:lnTo>
                  <a:pt x="2429427" y="188232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 name="Google Shape;37;p30"/>
          <p:cNvSpPr/>
          <p:nvPr/>
        </p:nvSpPr>
        <p:spPr>
          <a:xfrm>
            <a:off x="7340981" y="-16344"/>
            <a:ext cx="4854539" cy="2273524"/>
          </a:xfrm>
          <a:custGeom>
            <a:avLst/>
            <a:gdLst/>
            <a:ahLst/>
            <a:cxnLst/>
            <a:rect l="l" t="t" r="r" b="b"/>
            <a:pathLst>
              <a:path w="4851877" h="2273523" extrusionOk="0">
                <a:moveTo>
                  <a:pt x="4849891" y="12701"/>
                </a:moveTo>
                <a:lnTo>
                  <a:pt x="2808800" y="12701"/>
                </a:lnTo>
                <a:lnTo>
                  <a:pt x="371430" y="1214240"/>
                </a:lnTo>
                <a:cubicBezTo>
                  <a:pt x="371430" y="1214240"/>
                  <a:pt x="-163293" y="1478426"/>
                  <a:pt x="72951" y="1955993"/>
                </a:cubicBezTo>
                <a:lnTo>
                  <a:pt x="81841" y="1973774"/>
                </a:lnTo>
                <a:cubicBezTo>
                  <a:pt x="81841" y="1973774"/>
                  <a:pt x="316814" y="2451342"/>
                  <a:pt x="851538" y="2188426"/>
                </a:cubicBezTo>
                <a:lnTo>
                  <a:pt x="4849891" y="217191"/>
                </a:lnTo>
                <a:lnTo>
                  <a:pt x="4849891" y="1270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 name="Google Shape;38;p30"/>
          <p:cNvSpPr/>
          <p:nvPr/>
        </p:nvSpPr>
        <p:spPr>
          <a:xfrm>
            <a:off x="7327556" y="-16344"/>
            <a:ext cx="4867247" cy="2298926"/>
          </a:xfrm>
          <a:custGeom>
            <a:avLst/>
            <a:gdLst/>
            <a:ahLst/>
            <a:cxnLst/>
            <a:rect l="l" t="t" r="r" b="b"/>
            <a:pathLst>
              <a:path w="4864578" h="2298926" extrusionOk="0">
                <a:moveTo>
                  <a:pt x="4863309" y="195599"/>
                </a:moveTo>
                <a:lnTo>
                  <a:pt x="857334" y="2170644"/>
                </a:lnTo>
                <a:cubicBezTo>
                  <a:pt x="642684" y="2276064"/>
                  <a:pt x="453435" y="2274794"/>
                  <a:pt x="292129" y="2164293"/>
                </a:cubicBezTo>
                <a:cubicBezTo>
                  <a:pt x="171467" y="2081735"/>
                  <a:pt x="113041" y="1966154"/>
                  <a:pt x="113041" y="1964884"/>
                </a:cubicBezTo>
                <a:lnTo>
                  <a:pt x="104150" y="1947102"/>
                </a:lnTo>
                <a:cubicBezTo>
                  <a:pt x="10162" y="1756583"/>
                  <a:pt x="29213" y="1578766"/>
                  <a:pt x="162577" y="1418730"/>
                </a:cubicBezTo>
                <a:cubicBezTo>
                  <a:pt x="262916" y="1296798"/>
                  <a:pt x="393739" y="1232021"/>
                  <a:pt x="395009" y="1230751"/>
                </a:cubicBezTo>
                <a:lnTo>
                  <a:pt x="395009" y="1230751"/>
                </a:lnTo>
                <a:lnTo>
                  <a:pt x="2865403" y="12701"/>
                </a:lnTo>
                <a:lnTo>
                  <a:pt x="2779034" y="12701"/>
                </a:lnTo>
                <a:lnTo>
                  <a:pt x="377227" y="1197728"/>
                </a:lnTo>
                <a:cubicBezTo>
                  <a:pt x="372147" y="1200268"/>
                  <a:pt x="238784" y="1266315"/>
                  <a:pt x="133363" y="1394597"/>
                </a:cubicBezTo>
                <a:cubicBezTo>
                  <a:pt x="78748" y="1460644"/>
                  <a:pt x="26673" y="1549553"/>
                  <a:pt x="12701" y="1660054"/>
                </a:cubicBezTo>
                <a:lnTo>
                  <a:pt x="12701" y="1780715"/>
                </a:lnTo>
                <a:cubicBezTo>
                  <a:pt x="20322" y="1837871"/>
                  <a:pt x="38104" y="1900107"/>
                  <a:pt x="69857" y="1964884"/>
                </a:cubicBezTo>
                <a:lnTo>
                  <a:pt x="78748" y="1982665"/>
                </a:lnTo>
                <a:cubicBezTo>
                  <a:pt x="81288" y="1987746"/>
                  <a:pt x="140984" y="2107138"/>
                  <a:pt x="269267" y="2196046"/>
                </a:cubicBezTo>
                <a:cubicBezTo>
                  <a:pt x="337854" y="2243041"/>
                  <a:pt x="435654" y="2286225"/>
                  <a:pt x="560126" y="2286225"/>
                </a:cubicBezTo>
                <a:cubicBezTo>
                  <a:pt x="650304" y="2286225"/>
                  <a:pt x="754455" y="2264633"/>
                  <a:pt x="873847" y="2204937"/>
                </a:cubicBezTo>
                <a:lnTo>
                  <a:pt x="4863309" y="237513"/>
                </a:lnTo>
                <a:lnTo>
                  <a:pt x="4863309" y="19559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9" name="Google Shape;39;p30"/>
          <p:cNvSpPr txBox="1">
            <a:spLocks noGrp="1"/>
          </p:cNvSpPr>
          <p:nvPr>
            <p:ph type="title"/>
          </p:nvPr>
        </p:nvSpPr>
        <p:spPr>
          <a:xfrm>
            <a:off x="2412986" y="5707145"/>
            <a:ext cx="7366027" cy="85399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accent1"/>
              </a:buClr>
              <a:buSzPts val="1800"/>
              <a:buFont typeface="Arial"/>
              <a:buNone/>
              <a:defRPr sz="1800">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40" name="Google Shape;40;p30"/>
          <p:cNvGrpSpPr/>
          <p:nvPr/>
        </p:nvGrpSpPr>
        <p:grpSpPr>
          <a:xfrm>
            <a:off x="-18799" y="2319272"/>
            <a:ext cx="2884236" cy="2824836"/>
            <a:chOff x="-18799" y="2319272"/>
            <a:chExt cx="2884236" cy="2824836"/>
          </a:xfrm>
        </p:grpSpPr>
        <p:sp>
          <p:nvSpPr>
            <p:cNvPr id="41" name="Google Shape;41;p30"/>
            <p:cNvSpPr/>
            <p:nvPr/>
          </p:nvSpPr>
          <p:spPr>
            <a:xfrm>
              <a:off x="-18799" y="2336694"/>
              <a:ext cx="2871530" cy="2299765"/>
            </a:xfrm>
            <a:custGeom>
              <a:avLst/>
              <a:gdLst/>
              <a:ahLst/>
              <a:cxnLst/>
              <a:rect l="l" t="t" r="r" b="b"/>
              <a:pathLst>
                <a:path w="2871529" h="2299764" extrusionOk="0">
                  <a:moveTo>
                    <a:pt x="2796565" y="306465"/>
                  </a:moveTo>
                  <a:cubicBezTo>
                    <a:pt x="2796565" y="306465"/>
                    <a:pt x="2561507" y="-171276"/>
                    <a:pt x="2026589" y="91735"/>
                  </a:cubicBezTo>
                  <a:lnTo>
                    <a:pt x="12706" y="1085336"/>
                  </a:lnTo>
                  <a:lnTo>
                    <a:pt x="12706" y="2296206"/>
                  </a:lnTo>
                  <a:lnTo>
                    <a:pt x="2506871" y="1066277"/>
                  </a:lnTo>
                  <a:cubicBezTo>
                    <a:pt x="2506871" y="1066277"/>
                    <a:pt x="3041789" y="801994"/>
                    <a:pt x="2805459" y="324253"/>
                  </a:cubicBezTo>
                  <a:lnTo>
                    <a:pt x="2796565" y="30646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2" name="Google Shape;42;p30"/>
            <p:cNvSpPr/>
            <p:nvPr/>
          </p:nvSpPr>
          <p:spPr>
            <a:xfrm>
              <a:off x="-18799" y="2319272"/>
              <a:ext cx="2884236" cy="2337882"/>
            </a:xfrm>
            <a:custGeom>
              <a:avLst/>
              <a:gdLst/>
              <a:ahLst/>
              <a:cxnLst/>
              <a:rect l="l" t="t" r="r" b="b"/>
              <a:pathLst>
                <a:path w="2884235" h="2337882" extrusionOk="0">
                  <a:moveTo>
                    <a:pt x="2871530" y="466193"/>
                  </a:moveTo>
                  <a:cubicBezTo>
                    <a:pt x="2861365" y="424263"/>
                    <a:pt x="2846118" y="379793"/>
                    <a:pt x="2823248" y="334052"/>
                  </a:cubicBezTo>
                  <a:lnTo>
                    <a:pt x="2814354" y="316263"/>
                  </a:lnTo>
                  <a:cubicBezTo>
                    <a:pt x="2811812" y="311181"/>
                    <a:pt x="2564048" y="-175454"/>
                    <a:pt x="2018965" y="93910"/>
                  </a:cubicBezTo>
                  <a:lnTo>
                    <a:pt x="12706" y="1081158"/>
                  </a:lnTo>
                  <a:lnTo>
                    <a:pt x="12706" y="1123087"/>
                  </a:lnTo>
                  <a:lnTo>
                    <a:pt x="2035483" y="126946"/>
                  </a:lnTo>
                  <a:cubicBezTo>
                    <a:pt x="2250212" y="21487"/>
                    <a:pt x="2439530" y="22758"/>
                    <a:pt x="2600895" y="133299"/>
                  </a:cubicBezTo>
                  <a:cubicBezTo>
                    <a:pt x="2721601" y="215887"/>
                    <a:pt x="2780048" y="331511"/>
                    <a:pt x="2780048" y="332781"/>
                  </a:cubicBezTo>
                  <a:lnTo>
                    <a:pt x="2788942" y="350569"/>
                  </a:lnTo>
                  <a:cubicBezTo>
                    <a:pt x="2882965" y="541158"/>
                    <a:pt x="2863906" y="719040"/>
                    <a:pt x="2730495" y="879134"/>
                  </a:cubicBezTo>
                  <a:cubicBezTo>
                    <a:pt x="2630118" y="999840"/>
                    <a:pt x="2500518" y="1065911"/>
                    <a:pt x="2497977" y="1065911"/>
                  </a:cubicBezTo>
                  <a:lnTo>
                    <a:pt x="12706" y="2292028"/>
                  </a:lnTo>
                  <a:lnTo>
                    <a:pt x="12706" y="2333958"/>
                  </a:lnTo>
                  <a:lnTo>
                    <a:pt x="2515765" y="1100216"/>
                  </a:lnTo>
                  <a:cubicBezTo>
                    <a:pt x="2519577" y="1097675"/>
                    <a:pt x="2806730" y="952828"/>
                    <a:pt x="2871530" y="687275"/>
                  </a:cubicBezTo>
                  <a:lnTo>
                    <a:pt x="2871530" y="46619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3" name="Google Shape;43;p30"/>
            <p:cNvSpPr/>
            <p:nvPr/>
          </p:nvSpPr>
          <p:spPr>
            <a:xfrm>
              <a:off x="-18799" y="3968979"/>
              <a:ext cx="1766118" cy="1156235"/>
            </a:xfrm>
            <a:custGeom>
              <a:avLst/>
              <a:gdLst/>
              <a:ahLst/>
              <a:cxnLst/>
              <a:rect l="l" t="t" r="r" b="b"/>
              <a:pathLst>
                <a:path w="1766117" h="1156235" extrusionOk="0">
                  <a:moveTo>
                    <a:pt x="1735624" y="98509"/>
                  </a:moveTo>
                  <a:cubicBezTo>
                    <a:pt x="1735624" y="98509"/>
                    <a:pt x="1658118" y="-57773"/>
                    <a:pt x="1437036" y="51497"/>
                  </a:cubicBezTo>
                  <a:lnTo>
                    <a:pt x="12706" y="754133"/>
                  </a:lnTo>
                  <a:lnTo>
                    <a:pt x="12706" y="1149286"/>
                  </a:lnTo>
                  <a:lnTo>
                    <a:pt x="1594589" y="369144"/>
                  </a:lnTo>
                  <a:cubicBezTo>
                    <a:pt x="1594589" y="369144"/>
                    <a:pt x="1815671" y="259874"/>
                    <a:pt x="1739436" y="103592"/>
                  </a:cubicBezTo>
                  <a:lnTo>
                    <a:pt x="1735624" y="9850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4" name="Google Shape;44;p30"/>
            <p:cNvSpPr/>
            <p:nvPr/>
          </p:nvSpPr>
          <p:spPr>
            <a:xfrm>
              <a:off x="-18799" y="3949755"/>
              <a:ext cx="1778824" cy="1194353"/>
            </a:xfrm>
            <a:custGeom>
              <a:avLst/>
              <a:gdLst/>
              <a:ahLst/>
              <a:cxnLst/>
              <a:rect l="l" t="t" r="r" b="b"/>
              <a:pathLst>
                <a:path w="1778823" h="1194352" extrusionOk="0">
                  <a:moveTo>
                    <a:pt x="1753412" y="108839"/>
                  </a:moveTo>
                  <a:cubicBezTo>
                    <a:pt x="1752141" y="107569"/>
                    <a:pt x="1665742" y="-62690"/>
                    <a:pt x="1429412" y="52933"/>
                  </a:cubicBezTo>
                  <a:lnTo>
                    <a:pt x="12706" y="751757"/>
                  </a:lnTo>
                  <a:lnTo>
                    <a:pt x="12706" y="793686"/>
                  </a:lnTo>
                  <a:lnTo>
                    <a:pt x="1445930" y="87239"/>
                  </a:lnTo>
                  <a:cubicBezTo>
                    <a:pt x="1646683" y="-11867"/>
                    <a:pt x="1715294" y="120274"/>
                    <a:pt x="1719106" y="125357"/>
                  </a:cubicBezTo>
                  <a:lnTo>
                    <a:pt x="1721647" y="131710"/>
                  </a:lnTo>
                  <a:cubicBezTo>
                    <a:pt x="1788989" y="268933"/>
                    <a:pt x="1594589" y="366769"/>
                    <a:pt x="1585694" y="371851"/>
                  </a:cubicBezTo>
                  <a:lnTo>
                    <a:pt x="12706" y="1146910"/>
                  </a:lnTo>
                  <a:lnTo>
                    <a:pt x="12706" y="1188839"/>
                  </a:lnTo>
                  <a:lnTo>
                    <a:pt x="1603483" y="404886"/>
                  </a:lnTo>
                  <a:cubicBezTo>
                    <a:pt x="1686071" y="364228"/>
                    <a:pt x="1824565" y="251145"/>
                    <a:pt x="1755953" y="113921"/>
                  </a:cubicBezTo>
                  <a:lnTo>
                    <a:pt x="1753412" y="10883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a de contenido">
  <p:cSld name="Diapositiva de contenido">
    <p:spTree>
      <p:nvGrpSpPr>
        <p:cNvPr id="1" name="Shape 45"/>
        <p:cNvGrpSpPr/>
        <p:nvPr/>
      </p:nvGrpSpPr>
      <p:grpSpPr>
        <a:xfrm>
          <a:off x="0" y="0"/>
          <a:ext cx="0" cy="0"/>
          <a:chOff x="0" y="0"/>
          <a:chExt cx="0" cy="0"/>
        </a:xfrm>
      </p:grpSpPr>
      <p:sp>
        <p:nvSpPr>
          <p:cNvPr id="46" name="Google Shape;46;p31"/>
          <p:cNvSpPr>
            <a:spLocks noGrp="1"/>
          </p:cNvSpPr>
          <p:nvPr>
            <p:ph type="pic" idx="2"/>
          </p:nvPr>
        </p:nvSpPr>
        <p:spPr>
          <a:xfrm>
            <a:off x="5771770" y="1483675"/>
            <a:ext cx="6421408" cy="3438427"/>
          </a:xfrm>
          <a:prstGeom prst="rect">
            <a:avLst/>
          </a:prstGeom>
          <a:noFill/>
          <a:ln>
            <a:noFill/>
          </a:ln>
        </p:spPr>
        <p:txBody>
          <a:bodyPr/>
          <a:lstStyle/>
          <a:p>
            <a:endParaRPr lang="es-CL"/>
          </a:p>
        </p:txBody>
      </p:sp>
      <p:sp>
        <p:nvSpPr>
          <p:cNvPr id="47" name="Google Shape;47;p31"/>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 name="Google Shape;48;p31"/>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31"/>
          <p:cNvSpPr txBox="1">
            <a:spLocks noGrp="1"/>
          </p:cNvSpPr>
          <p:nvPr>
            <p:ph type="title"/>
          </p:nvPr>
        </p:nvSpPr>
        <p:spPr>
          <a:xfrm>
            <a:off x="815853" y="1231900"/>
            <a:ext cx="4503295" cy="7826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40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31"/>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812290" y="5797769"/>
            <a:ext cx="390879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53" name="Google Shape;53;p31"/>
          <p:cNvSpPr txBox="1">
            <a:spLocks noGrp="1"/>
          </p:cNvSpPr>
          <p:nvPr>
            <p:ph type="body" idx="1"/>
          </p:nvPr>
        </p:nvSpPr>
        <p:spPr>
          <a:xfrm>
            <a:off x="830067" y="3889184"/>
            <a:ext cx="4548187" cy="1708223"/>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600"/>
              </a:spcBef>
              <a:spcAft>
                <a:spcPts val="0"/>
              </a:spcAft>
              <a:buClr>
                <a:schemeClr val="accent3"/>
              </a:buClr>
              <a:buSzPts val="1400"/>
              <a:buFont typeface="Arial"/>
              <a:buChar char="•"/>
              <a:defRPr sz="1400" b="0" i="0">
                <a:solidFill>
                  <a:srgbClr val="595959"/>
                </a:solidFill>
              </a:defRPr>
            </a:lvl1pPr>
            <a:lvl2pPr marL="914400" lvl="1" indent="-342900" algn="l">
              <a:lnSpc>
                <a:spcPct val="90000"/>
              </a:lnSpc>
              <a:spcBef>
                <a:spcPts val="500"/>
              </a:spcBef>
              <a:spcAft>
                <a:spcPts val="0"/>
              </a:spcAft>
              <a:buClr>
                <a:schemeClr val="accent1"/>
              </a:buClr>
              <a:buSzPts val="1800"/>
              <a:buChar char="•"/>
              <a:defRPr/>
            </a:lvl2pPr>
            <a:lvl3pPr marL="1371600" lvl="2" indent="-342900" algn="l">
              <a:lnSpc>
                <a:spcPct val="90000"/>
              </a:lnSpc>
              <a:spcBef>
                <a:spcPts val="500"/>
              </a:spcBef>
              <a:spcAft>
                <a:spcPts val="0"/>
              </a:spcAft>
              <a:buClr>
                <a:schemeClr val="accent1"/>
              </a:buClr>
              <a:buSzPts val="1800"/>
              <a:buChar char="•"/>
              <a:defRPr/>
            </a:lvl3pPr>
            <a:lvl4pPr marL="1828800" lvl="3" indent="-342900" algn="l">
              <a:lnSpc>
                <a:spcPct val="90000"/>
              </a:lnSpc>
              <a:spcBef>
                <a:spcPts val="500"/>
              </a:spcBef>
              <a:spcAft>
                <a:spcPts val="0"/>
              </a:spcAft>
              <a:buClr>
                <a:schemeClr val="accent1"/>
              </a:buClr>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1"/>
          <p:cNvSpPr/>
          <p:nvPr/>
        </p:nvSpPr>
        <p:spPr>
          <a:xfrm>
            <a:off x="10413777" y="4433244"/>
            <a:ext cx="1782599" cy="30316"/>
          </a:xfrm>
          <a:custGeom>
            <a:avLst/>
            <a:gdLst/>
            <a:ahLst/>
            <a:cxnLst/>
            <a:rect l="l" t="t" r="r" b="b"/>
            <a:pathLst>
              <a:path w="1782599" h="30316" extrusionOk="0">
                <a:moveTo>
                  <a:pt x="0" y="0"/>
                </a:moveTo>
                <a:lnTo>
                  <a:pt x="1782599" y="0"/>
                </a:lnTo>
                <a:lnTo>
                  <a:pt x="1782599" y="30316"/>
                </a:lnTo>
                <a:lnTo>
                  <a:pt x="2488" y="30316"/>
                </a:lnTo>
                <a:lnTo>
                  <a:pt x="643" y="16129"/>
                </a:lnTo>
                <a:cubicBezTo>
                  <a:pt x="40" y="8565"/>
                  <a:pt x="0" y="4104"/>
                  <a:pt x="0" y="3788"/>
                </a:cubicBez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 name="Google Shape;55;p31"/>
          <p:cNvSpPr/>
          <p:nvPr/>
        </p:nvSpPr>
        <p:spPr>
          <a:xfrm>
            <a:off x="12193179" y="4156602"/>
            <a:ext cx="3197" cy="25264"/>
          </a:xfrm>
          <a:custGeom>
            <a:avLst/>
            <a:gdLst/>
            <a:ahLst/>
            <a:cxnLst/>
            <a:rect l="l" t="t" r="r" b="b"/>
            <a:pathLst>
              <a:path w="3197" h="25264" extrusionOk="0">
                <a:moveTo>
                  <a:pt x="0" y="0"/>
                </a:moveTo>
                <a:lnTo>
                  <a:pt x="3197" y="0"/>
                </a:lnTo>
                <a:lnTo>
                  <a:pt x="3197" y="25264"/>
                </a:lnTo>
                <a:lnTo>
                  <a:pt x="0" y="25264"/>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 name="Google Shape;56;p31"/>
          <p:cNvSpPr/>
          <p:nvPr/>
        </p:nvSpPr>
        <p:spPr>
          <a:xfrm>
            <a:off x="12193179" y="4682093"/>
            <a:ext cx="3197" cy="25264"/>
          </a:xfrm>
          <a:custGeom>
            <a:avLst/>
            <a:gdLst/>
            <a:ahLst/>
            <a:cxnLst/>
            <a:rect l="l" t="t" r="r" b="b"/>
            <a:pathLst>
              <a:path w="3197" h="25264" extrusionOk="0">
                <a:moveTo>
                  <a:pt x="0" y="0"/>
                </a:moveTo>
                <a:lnTo>
                  <a:pt x="3197" y="0"/>
                </a:lnTo>
                <a:lnTo>
                  <a:pt x="3197" y="25264"/>
                </a:lnTo>
                <a:lnTo>
                  <a:pt x="0" y="25264"/>
                </a:ln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 name="Google Shape;57;p31"/>
          <p:cNvSpPr txBox="1">
            <a:spLocks noGrp="1"/>
          </p:cNvSpPr>
          <p:nvPr>
            <p:ph type="body" idx="3"/>
          </p:nvPr>
        </p:nvSpPr>
        <p:spPr>
          <a:xfrm>
            <a:off x="811115" y="2374900"/>
            <a:ext cx="4565650" cy="7016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b="1" i="0"/>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1"/>
          <p:cNvSpPr txBox="1">
            <a:spLocks noGrp="1"/>
          </p:cNvSpPr>
          <p:nvPr>
            <p:ph type="body" idx="4"/>
          </p:nvPr>
        </p:nvSpPr>
        <p:spPr>
          <a:xfrm>
            <a:off x="811115" y="3165301"/>
            <a:ext cx="4583113" cy="6895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595959"/>
              </a:buClr>
              <a:buSzPts val="1400"/>
              <a:buNone/>
              <a:defRPr sz="1400">
                <a:solidFill>
                  <a:srgbClr val="595959"/>
                </a:solidFill>
              </a:defRPr>
            </a:lvl1pPr>
            <a:lvl2pPr marL="914400" lvl="1" indent="-228600" algn="l">
              <a:lnSpc>
                <a:spcPct val="90000"/>
              </a:lnSpc>
              <a:spcBef>
                <a:spcPts val="500"/>
              </a:spcBef>
              <a:spcAft>
                <a:spcPts val="0"/>
              </a:spcAft>
              <a:buClr>
                <a:srgbClr val="7F7F7F"/>
              </a:buClr>
              <a:buSzPts val="1400"/>
              <a:buNone/>
              <a:defRPr sz="1400">
                <a:solidFill>
                  <a:srgbClr val="7F7F7F"/>
                </a:solidFill>
              </a:defRPr>
            </a:lvl2pPr>
            <a:lvl3pPr marL="1371600" lvl="2" indent="-228600" algn="l">
              <a:lnSpc>
                <a:spcPct val="90000"/>
              </a:lnSpc>
              <a:spcBef>
                <a:spcPts val="500"/>
              </a:spcBef>
              <a:spcAft>
                <a:spcPts val="0"/>
              </a:spcAft>
              <a:buClr>
                <a:srgbClr val="7F7F7F"/>
              </a:buClr>
              <a:buSzPts val="1400"/>
              <a:buNone/>
              <a:defRPr sz="1400">
                <a:solidFill>
                  <a:srgbClr val="7F7F7F"/>
                </a:solidFill>
              </a:defRPr>
            </a:lvl3pPr>
            <a:lvl4pPr marL="1828800" lvl="3" indent="-228600" algn="l">
              <a:lnSpc>
                <a:spcPct val="90000"/>
              </a:lnSpc>
              <a:spcBef>
                <a:spcPts val="500"/>
              </a:spcBef>
              <a:spcAft>
                <a:spcPts val="0"/>
              </a:spcAft>
              <a:buClr>
                <a:srgbClr val="7F7F7F"/>
              </a:buClr>
              <a:buSzPts val="1400"/>
              <a:buNone/>
              <a:defRPr sz="1400">
                <a:solidFill>
                  <a:srgbClr val="7F7F7F"/>
                </a:solidFill>
              </a:defRPr>
            </a:lvl4pPr>
            <a:lvl5pPr marL="2286000" lvl="4" indent="-228600" algn="l">
              <a:lnSpc>
                <a:spcPct val="90000"/>
              </a:lnSpc>
              <a:spcBef>
                <a:spcPts val="500"/>
              </a:spcBef>
              <a:spcAft>
                <a:spcPts val="0"/>
              </a:spcAft>
              <a:buClr>
                <a:srgbClr val="7F7F7F"/>
              </a:buClr>
              <a:buSzPts val="1400"/>
              <a:buNone/>
              <a:defRPr sz="1400">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1"/>
          <p:cNvSpPr/>
          <p:nvPr/>
        </p:nvSpPr>
        <p:spPr>
          <a:xfrm>
            <a:off x="887581" y="2045662"/>
            <a:ext cx="4320000" cy="165305"/>
          </a:xfrm>
          <a:custGeom>
            <a:avLst/>
            <a:gdLst/>
            <a:ahLst/>
            <a:cxnLst/>
            <a:rect l="l" t="t" r="r" b="b"/>
            <a:pathLst>
              <a:path w="3785313" h="165304" extrusionOk="0">
                <a:moveTo>
                  <a:pt x="3700149" y="162194"/>
                </a:moveTo>
                <a:lnTo>
                  <a:pt x="92020" y="162194"/>
                </a:lnTo>
                <a:cubicBezTo>
                  <a:pt x="49066" y="162194"/>
                  <a:pt x="14166" y="127861"/>
                  <a:pt x="14166" y="87171"/>
                </a:cubicBezTo>
                <a:lnTo>
                  <a:pt x="14166" y="87171"/>
                </a:lnTo>
                <a:cubicBezTo>
                  <a:pt x="14166" y="46481"/>
                  <a:pt x="49066" y="13420"/>
                  <a:pt x="92020" y="13420"/>
                </a:cubicBezTo>
                <a:lnTo>
                  <a:pt x="3698806" y="13420"/>
                </a:lnTo>
                <a:cubicBezTo>
                  <a:pt x="3741760" y="13420"/>
                  <a:pt x="3776660" y="46481"/>
                  <a:pt x="3776660" y="87171"/>
                </a:cubicBezTo>
                <a:lnTo>
                  <a:pt x="3776660" y="87171"/>
                </a:lnTo>
                <a:cubicBezTo>
                  <a:pt x="3778002" y="127861"/>
                  <a:pt x="3743102" y="162194"/>
                  <a:pt x="3700149" y="162194"/>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 name="Google Shape;60;p31"/>
          <p:cNvSpPr/>
          <p:nvPr/>
        </p:nvSpPr>
        <p:spPr>
          <a:xfrm>
            <a:off x="10416941" y="4161024"/>
            <a:ext cx="1785131" cy="543175"/>
          </a:xfrm>
          <a:custGeom>
            <a:avLst/>
            <a:gdLst/>
            <a:ahLst/>
            <a:cxnLst/>
            <a:rect l="l" t="t" r="r" b="b"/>
            <a:pathLst>
              <a:path w="1343025" h="409575" extrusionOk="0">
                <a:moveTo>
                  <a:pt x="1338739" y="7144"/>
                </a:moveTo>
                <a:lnTo>
                  <a:pt x="205264" y="7144"/>
                </a:lnTo>
                <a:cubicBezTo>
                  <a:pt x="205264" y="7144"/>
                  <a:pt x="7144" y="7144"/>
                  <a:pt x="7144" y="201454"/>
                </a:cubicBezTo>
                <a:lnTo>
                  <a:pt x="7144" y="209074"/>
                </a:lnTo>
                <a:cubicBezTo>
                  <a:pt x="7144" y="209074"/>
                  <a:pt x="7144" y="403384"/>
                  <a:pt x="205264" y="403384"/>
                </a:cubicBezTo>
                <a:lnTo>
                  <a:pt x="1338739" y="403384"/>
                </a:lnTo>
                <a:lnTo>
                  <a:pt x="1338739" y="714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 name="Google Shape;61;p31"/>
          <p:cNvSpPr/>
          <p:nvPr/>
        </p:nvSpPr>
        <p:spPr>
          <a:xfrm>
            <a:off x="8607090" y="4437664"/>
            <a:ext cx="3595584" cy="922135"/>
          </a:xfrm>
          <a:custGeom>
            <a:avLst/>
            <a:gdLst/>
            <a:ahLst/>
            <a:cxnLst/>
            <a:rect l="l" t="t" r="r" b="b"/>
            <a:pathLst>
              <a:path w="2705100" h="695325" extrusionOk="0">
                <a:moveTo>
                  <a:pt x="2697957" y="7144"/>
                </a:moveTo>
                <a:lnTo>
                  <a:pt x="345281" y="7144"/>
                </a:lnTo>
                <a:cubicBezTo>
                  <a:pt x="345281" y="7144"/>
                  <a:pt x="7144" y="7144"/>
                  <a:pt x="7144" y="344329"/>
                </a:cubicBezTo>
                <a:lnTo>
                  <a:pt x="7144" y="356711"/>
                </a:lnTo>
                <a:cubicBezTo>
                  <a:pt x="7144" y="356711"/>
                  <a:pt x="7144" y="693896"/>
                  <a:pt x="345281" y="693896"/>
                </a:cubicBezTo>
                <a:lnTo>
                  <a:pt x="2697957" y="693896"/>
                </a:lnTo>
                <a:lnTo>
                  <a:pt x="2697957"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abla">
  <p:cSld name="Diapositiva de tabla">
    <p:spTree>
      <p:nvGrpSpPr>
        <p:cNvPr id="1" name="Shape 96"/>
        <p:cNvGrpSpPr/>
        <p:nvPr/>
      </p:nvGrpSpPr>
      <p:grpSpPr>
        <a:xfrm>
          <a:off x="0" y="0"/>
          <a:ext cx="0" cy="0"/>
          <a:chOff x="0" y="0"/>
          <a:chExt cx="0" cy="0"/>
        </a:xfrm>
      </p:grpSpPr>
      <p:sp>
        <p:nvSpPr>
          <p:cNvPr id="97" name="Google Shape;97;p34"/>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8" name="Google Shape;98;p34"/>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34"/>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4"/>
          <p:cNvSpPr txBox="1">
            <a:spLocks noGrp="1"/>
          </p:cNvSpPr>
          <p:nvPr>
            <p:ph type="ftr" idx="11"/>
          </p:nvPr>
        </p:nvSpPr>
        <p:spPr>
          <a:xfrm>
            <a:off x="812290" y="579776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34"/>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102" name="Google Shape;102;p34"/>
          <p:cNvSpPr txBox="1">
            <a:spLocks noGrp="1"/>
          </p:cNvSpPr>
          <p:nvPr>
            <p:ph type="body" idx="1"/>
          </p:nvPr>
        </p:nvSpPr>
        <p:spPr>
          <a:xfrm>
            <a:off x="809405" y="3252275"/>
            <a:ext cx="3396171" cy="184673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b="1" i="0"/>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03" name="Google Shape;103;p34"/>
          <p:cNvGrpSpPr/>
          <p:nvPr/>
        </p:nvGrpSpPr>
        <p:grpSpPr>
          <a:xfrm flipH="1">
            <a:off x="-5568" y="-7969"/>
            <a:ext cx="2199425" cy="1945482"/>
            <a:chOff x="9994666" y="-7969"/>
            <a:chExt cx="2199425" cy="1945482"/>
          </a:xfrm>
        </p:grpSpPr>
        <p:sp>
          <p:nvSpPr>
            <p:cNvPr id="104" name="Google Shape;104;p34"/>
            <p:cNvSpPr/>
            <p:nvPr/>
          </p:nvSpPr>
          <p:spPr>
            <a:xfrm>
              <a:off x="10712341" y="-7969"/>
              <a:ext cx="1466283" cy="1009398"/>
            </a:xfrm>
            <a:custGeom>
              <a:avLst/>
              <a:gdLst/>
              <a:ahLst/>
              <a:cxnLst/>
              <a:rect l="l" t="t" r="r" b="b"/>
              <a:pathLst>
                <a:path w="1466283" h="1009397" extrusionOk="0">
                  <a:moveTo>
                    <a:pt x="1467972" y="752798"/>
                  </a:moveTo>
                  <a:lnTo>
                    <a:pt x="1221466" y="871801"/>
                  </a:lnTo>
                  <a:cubicBezTo>
                    <a:pt x="928209" y="1015242"/>
                    <a:pt x="660453" y="997179"/>
                    <a:pt x="425635" y="821862"/>
                  </a:cubicBezTo>
                  <a:cubicBezTo>
                    <a:pt x="250319" y="689047"/>
                    <a:pt x="158942" y="512668"/>
                    <a:pt x="158942" y="510543"/>
                  </a:cubicBezTo>
                  <a:lnTo>
                    <a:pt x="145129" y="482917"/>
                  </a:lnTo>
                  <a:cubicBezTo>
                    <a:pt x="61190" y="315038"/>
                    <a:pt x="29314" y="155660"/>
                    <a:pt x="52689" y="7969"/>
                  </a:cubicBezTo>
                  <a:lnTo>
                    <a:pt x="14439" y="7969"/>
                  </a:lnTo>
                  <a:cubicBezTo>
                    <a:pt x="-6812" y="163097"/>
                    <a:pt x="24001" y="327789"/>
                    <a:pt x="111128" y="499918"/>
                  </a:cubicBezTo>
                  <a:lnTo>
                    <a:pt x="124941" y="527543"/>
                  </a:lnTo>
                  <a:cubicBezTo>
                    <a:pt x="129191" y="534981"/>
                    <a:pt x="219506" y="714548"/>
                    <a:pt x="402260" y="851613"/>
                  </a:cubicBezTo>
                  <a:cubicBezTo>
                    <a:pt x="508512" y="931302"/>
                    <a:pt x="656203" y="1004617"/>
                    <a:pt x="845333" y="1004617"/>
                  </a:cubicBezTo>
                  <a:cubicBezTo>
                    <a:pt x="961148" y="1004617"/>
                    <a:pt x="1091838" y="976991"/>
                    <a:pt x="1238467" y="906864"/>
                  </a:cubicBezTo>
                  <a:lnTo>
                    <a:pt x="1467972" y="795299"/>
                  </a:lnTo>
                  <a:lnTo>
                    <a:pt x="1467972" y="752798"/>
                  </a:lnTo>
                  <a:lnTo>
                    <a:pt x="1467972" y="752798"/>
                  </a:lnTo>
                  <a:lnTo>
                    <a:pt x="1467972" y="75279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 name="Google Shape;105;p34"/>
            <p:cNvSpPr/>
            <p:nvPr/>
          </p:nvSpPr>
          <p:spPr>
            <a:xfrm>
              <a:off x="10014209" y="321414"/>
              <a:ext cx="2178175" cy="1593786"/>
            </a:xfrm>
            <a:custGeom>
              <a:avLst/>
              <a:gdLst/>
              <a:ahLst/>
              <a:cxnLst/>
              <a:rect l="l" t="t" r="r" b="b"/>
              <a:pathLst>
                <a:path w="2178174" h="1593786" extrusionOk="0">
                  <a:moveTo>
                    <a:pt x="231247" y="950428"/>
                  </a:moveTo>
                  <a:cubicBezTo>
                    <a:pt x="231247" y="950428"/>
                    <a:pt x="-101324" y="1111932"/>
                    <a:pt x="45305" y="1404126"/>
                  </a:cubicBezTo>
                  <a:lnTo>
                    <a:pt x="50617" y="1415814"/>
                  </a:lnTo>
                  <a:cubicBezTo>
                    <a:pt x="50617" y="1415814"/>
                    <a:pt x="197246" y="1708008"/>
                    <a:pt x="529816" y="1547566"/>
                  </a:cubicBezTo>
                  <a:lnTo>
                    <a:pt x="2173541" y="749611"/>
                  </a:lnTo>
                  <a:lnTo>
                    <a:pt x="2173541" y="7969"/>
                  </a:lnTo>
                  <a:lnTo>
                    <a:pt x="231247" y="9504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 name="Google Shape;106;p34"/>
            <p:cNvSpPr/>
            <p:nvPr/>
          </p:nvSpPr>
          <p:spPr>
            <a:xfrm>
              <a:off x="10732016" y="-7969"/>
              <a:ext cx="1455658" cy="839394"/>
            </a:xfrm>
            <a:custGeom>
              <a:avLst/>
              <a:gdLst/>
              <a:ahLst/>
              <a:cxnLst/>
              <a:rect l="l" t="t" r="r" b="b"/>
              <a:pathLst>
                <a:path w="1455658" h="839394" extrusionOk="0">
                  <a:moveTo>
                    <a:pt x="123329" y="521168"/>
                  </a:moveTo>
                  <a:cubicBezTo>
                    <a:pt x="123329" y="521168"/>
                    <a:pt x="212581" y="698610"/>
                    <a:pt x="390022" y="834613"/>
                  </a:cubicBezTo>
                  <a:lnTo>
                    <a:pt x="1455734" y="317163"/>
                  </a:lnTo>
                  <a:lnTo>
                    <a:pt x="1456797" y="7969"/>
                  </a:lnTo>
                  <a:lnTo>
                    <a:pt x="14951" y="7969"/>
                  </a:lnTo>
                  <a:cubicBezTo>
                    <a:pt x="-5237" y="145035"/>
                    <a:pt x="16014" y="307601"/>
                    <a:pt x="109516" y="493543"/>
                  </a:cubicBezTo>
                  <a:lnTo>
                    <a:pt x="123329" y="5211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7" name="Google Shape;107;p34"/>
            <p:cNvSpPr/>
            <p:nvPr/>
          </p:nvSpPr>
          <p:spPr>
            <a:xfrm>
              <a:off x="11124635" y="1146995"/>
              <a:ext cx="1062524" cy="743767"/>
            </a:xfrm>
            <a:custGeom>
              <a:avLst/>
              <a:gdLst/>
              <a:ahLst/>
              <a:cxnLst/>
              <a:rect l="l" t="t" r="r" b="b"/>
              <a:pathLst>
                <a:path w="1062524" h="743766" extrusionOk="0">
                  <a:moveTo>
                    <a:pt x="1064178" y="7969"/>
                  </a:moveTo>
                  <a:lnTo>
                    <a:pt x="91968" y="480792"/>
                  </a:lnTo>
                  <a:cubicBezTo>
                    <a:pt x="91968" y="480792"/>
                    <a:pt x="-34472" y="543481"/>
                    <a:pt x="22904" y="658234"/>
                  </a:cubicBezTo>
                  <a:lnTo>
                    <a:pt x="25029" y="663546"/>
                  </a:lnTo>
                  <a:cubicBezTo>
                    <a:pt x="25029" y="663546"/>
                    <a:pt x="82405" y="780424"/>
                    <a:pt x="209908" y="718798"/>
                  </a:cubicBezTo>
                  <a:lnTo>
                    <a:pt x="1064178" y="302288"/>
                  </a:lnTo>
                  <a:lnTo>
                    <a:pt x="1064178" y="796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8" name="Google Shape;108;p34"/>
            <p:cNvSpPr/>
            <p:nvPr/>
          </p:nvSpPr>
          <p:spPr>
            <a:xfrm>
              <a:off x="11105057" y="1128932"/>
              <a:ext cx="1083775" cy="775643"/>
            </a:xfrm>
            <a:custGeom>
              <a:avLst/>
              <a:gdLst/>
              <a:ahLst/>
              <a:cxnLst/>
              <a:rect l="l" t="t" r="r" b="b"/>
              <a:pathLst>
                <a:path w="1083774" h="775642" extrusionOk="0">
                  <a:moveTo>
                    <a:pt x="219924" y="719860"/>
                  </a:moveTo>
                  <a:cubicBezTo>
                    <a:pt x="112609" y="771924"/>
                    <a:pt x="65858" y="683734"/>
                    <a:pt x="60545" y="674172"/>
                  </a:cubicBezTo>
                  <a:lnTo>
                    <a:pt x="58420" y="668859"/>
                  </a:lnTo>
                  <a:cubicBezTo>
                    <a:pt x="9544" y="571107"/>
                    <a:pt x="114734" y="519043"/>
                    <a:pt x="118984" y="515856"/>
                  </a:cubicBezTo>
                  <a:lnTo>
                    <a:pt x="1083756" y="48345"/>
                  </a:lnTo>
                  <a:lnTo>
                    <a:pt x="1083756" y="7969"/>
                  </a:lnTo>
                  <a:lnTo>
                    <a:pt x="103046" y="482917"/>
                  </a:lnTo>
                  <a:cubicBezTo>
                    <a:pt x="100921" y="483980"/>
                    <a:pt x="36107" y="516918"/>
                    <a:pt x="14856" y="578544"/>
                  </a:cubicBezTo>
                  <a:cubicBezTo>
                    <a:pt x="3169" y="613608"/>
                    <a:pt x="6356" y="649733"/>
                    <a:pt x="24419" y="686922"/>
                  </a:cubicBezTo>
                  <a:lnTo>
                    <a:pt x="26544" y="692234"/>
                  </a:lnTo>
                  <a:cubicBezTo>
                    <a:pt x="44607" y="726235"/>
                    <a:pt x="88171" y="775111"/>
                    <a:pt x="157235" y="775111"/>
                  </a:cubicBezTo>
                  <a:cubicBezTo>
                    <a:pt x="180610" y="775111"/>
                    <a:pt x="207173" y="768736"/>
                    <a:pt x="236924" y="754923"/>
                  </a:cubicBezTo>
                  <a:lnTo>
                    <a:pt x="1083756" y="344789"/>
                  </a:lnTo>
                  <a:lnTo>
                    <a:pt x="1083756" y="301226"/>
                  </a:lnTo>
                  <a:lnTo>
                    <a:pt x="219924" y="7198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9" name="Google Shape;109;p34"/>
            <p:cNvSpPr/>
            <p:nvPr/>
          </p:nvSpPr>
          <p:spPr>
            <a:xfrm>
              <a:off x="9994666" y="301226"/>
              <a:ext cx="2199425" cy="1636287"/>
            </a:xfrm>
            <a:custGeom>
              <a:avLst/>
              <a:gdLst/>
              <a:ahLst/>
              <a:cxnLst/>
              <a:rect l="l" t="t" r="r" b="b"/>
              <a:pathLst>
                <a:path w="2199425" h="1636287" extrusionOk="0">
                  <a:moveTo>
                    <a:pt x="538733" y="1550754"/>
                  </a:moveTo>
                  <a:cubicBezTo>
                    <a:pt x="228476" y="1701633"/>
                    <a:pt x="90348" y="1439189"/>
                    <a:pt x="86098" y="1428564"/>
                  </a:cubicBezTo>
                  <a:lnTo>
                    <a:pt x="80785" y="1416876"/>
                  </a:lnTo>
                  <a:cubicBezTo>
                    <a:pt x="24471" y="1303186"/>
                    <a:pt x="35097" y="1196934"/>
                    <a:pt x="115848" y="1102369"/>
                  </a:cubicBezTo>
                  <a:cubicBezTo>
                    <a:pt x="176412" y="1030117"/>
                    <a:pt x="256102" y="989741"/>
                    <a:pt x="257164" y="988679"/>
                  </a:cubicBezTo>
                  <a:lnTo>
                    <a:pt x="2193084" y="49407"/>
                  </a:lnTo>
                  <a:lnTo>
                    <a:pt x="2193084" y="7969"/>
                  </a:lnTo>
                  <a:lnTo>
                    <a:pt x="241226" y="954678"/>
                  </a:lnTo>
                  <a:cubicBezTo>
                    <a:pt x="234851" y="958928"/>
                    <a:pt x="74410" y="1037555"/>
                    <a:pt x="23409" y="1187371"/>
                  </a:cubicBezTo>
                  <a:cubicBezTo>
                    <a:pt x="-3154" y="1265998"/>
                    <a:pt x="4283" y="1348875"/>
                    <a:pt x="47847" y="1433876"/>
                  </a:cubicBezTo>
                  <a:lnTo>
                    <a:pt x="53160" y="1445564"/>
                  </a:lnTo>
                  <a:cubicBezTo>
                    <a:pt x="53160" y="1447689"/>
                    <a:pt x="150912" y="1635756"/>
                    <a:pt x="358104" y="1635756"/>
                  </a:cubicBezTo>
                  <a:cubicBezTo>
                    <a:pt x="415480" y="1635756"/>
                    <a:pt x="481357" y="1621943"/>
                    <a:pt x="555734" y="1585817"/>
                  </a:cubicBezTo>
                  <a:lnTo>
                    <a:pt x="2193084" y="789987"/>
                  </a:lnTo>
                  <a:lnTo>
                    <a:pt x="2193084" y="748548"/>
                  </a:lnTo>
                  <a:lnTo>
                    <a:pt x="538733" y="15507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10" name="Google Shape;110;p34"/>
          <p:cNvSpPr/>
          <p:nvPr/>
        </p:nvSpPr>
        <p:spPr>
          <a:xfrm>
            <a:off x="895660" y="2912161"/>
            <a:ext cx="2736000" cy="165305"/>
          </a:xfrm>
          <a:custGeom>
            <a:avLst/>
            <a:gdLst/>
            <a:ahLst/>
            <a:cxnLst/>
            <a:rect l="l" t="t" r="r" b="b"/>
            <a:pathLst>
              <a:path w="2781900" h="165304" extrusionOk="0">
                <a:moveTo>
                  <a:pt x="2726257" y="158686"/>
                </a:moveTo>
                <a:lnTo>
                  <a:pt x="65137" y="158686"/>
                </a:lnTo>
                <a:cubicBezTo>
                  <a:pt x="33457" y="158686"/>
                  <a:pt x="7717" y="124353"/>
                  <a:pt x="7717" y="83663"/>
                </a:cubicBezTo>
                <a:lnTo>
                  <a:pt x="7717" y="83663"/>
                </a:lnTo>
                <a:cubicBezTo>
                  <a:pt x="7717" y="42972"/>
                  <a:pt x="33457" y="9911"/>
                  <a:pt x="65137" y="9911"/>
                </a:cubicBezTo>
                <a:lnTo>
                  <a:pt x="2725267" y="9911"/>
                </a:lnTo>
                <a:cubicBezTo>
                  <a:pt x="2756947" y="9911"/>
                  <a:pt x="2782687" y="42972"/>
                  <a:pt x="2782687" y="83663"/>
                </a:cubicBezTo>
                <a:lnTo>
                  <a:pt x="2782687" y="83663"/>
                </a:lnTo>
                <a:cubicBezTo>
                  <a:pt x="2783677" y="124353"/>
                  <a:pt x="2757937" y="158686"/>
                  <a:pt x="2726257" y="158686"/>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1" name="Google Shape;111;p34"/>
          <p:cNvSpPr txBox="1">
            <a:spLocks noGrp="1"/>
          </p:cNvSpPr>
          <p:nvPr>
            <p:ph type="title"/>
          </p:nvPr>
        </p:nvSpPr>
        <p:spPr>
          <a:xfrm>
            <a:off x="811744" y="2134675"/>
            <a:ext cx="3403308" cy="6762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4000"/>
              <a:buFont typeface="Century Gothic"/>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agradecimiento">
  <p:cSld name="Diapositiva de agradecimiento">
    <p:spTree>
      <p:nvGrpSpPr>
        <p:cNvPr id="1" name="Shape 112"/>
        <p:cNvGrpSpPr/>
        <p:nvPr/>
      </p:nvGrpSpPr>
      <p:grpSpPr>
        <a:xfrm>
          <a:off x="0" y="0"/>
          <a:ext cx="0" cy="0"/>
          <a:chOff x="0" y="0"/>
          <a:chExt cx="0" cy="0"/>
        </a:xfrm>
      </p:grpSpPr>
      <p:sp>
        <p:nvSpPr>
          <p:cNvPr id="113" name="Google Shape;113;p35"/>
          <p:cNvSpPr>
            <a:spLocks noGrp="1"/>
          </p:cNvSpPr>
          <p:nvPr>
            <p:ph type="pic" idx="2"/>
          </p:nvPr>
        </p:nvSpPr>
        <p:spPr>
          <a:xfrm>
            <a:off x="5245189" y="1"/>
            <a:ext cx="6943003" cy="5934621"/>
          </a:xfrm>
          <a:prstGeom prst="rect">
            <a:avLst/>
          </a:prstGeom>
          <a:noFill/>
          <a:ln>
            <a:noFill/>
          </a:ln>
        </p:spPr>
        <p:txBody>
          <a:bodyPr/>
          <a:lstStyle/>
          <a:p>
            <a:endParaRPr lang="es-CL"/>
          </a:p>
        </p:txBody>
      </p:sp>
      <p:sp>
        <p:nvSpPr>
          <p:cNvPr id="114" name="Google Shape;114;p35"/>
          <p:cNvSpPr txBox="1">
            <a:spLocks noGrp="1"/>
          </p:cNvSpPr>
          <p:nvPr>
            <p:ph type="title"/>
          </p:nvPr>
        </p:nvSpPr>
        <p:spPr>
          <a:xfrm>
            <a:off x="814944" y="453050"/>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40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35"/>
          <p:cNvSpPr/>
          <p:nvPr/>
        </p:nvSpPr>
        <p:spPr>
          <a:xfrm>
            <a:off x="8704586" y="5422906"/>
            <a:ext cx="736600" cy="736600"/>
          </a:xfrm>
          <a:custGeom>
            <a:avLst/>
            <a:gdLst/>
            <a:ahLst/>
            <a:cxnLst/>
            <a:rect l="l" t="t" r="r" b="b"/>
            <a:pathLst>
              <a:path w="736600" h="736600" extrusionOk="0">
                <a:moveTo>
                  <a:pt x="372104" y="731514"/>
                </a:moveTo>
                <a:cubicBezTo>
                  <a:pt x="570224" y="731514"/>
                  <a:pt x="731514" y="570224"/>
                  <a:pt x="731514" y="372104"/>
                </a:cubicBezTo>
                <a:cubicBezTo>
                  <a:pt x="731514" y="173984"/>
                  <a:pt x="570224" y="12694"/>
                  <a:pt x="372104" y="12694"/>
                </a:cubicBezTo>
                <a:cubicBezTo>
                  <a:pt x="173984" y="12694"/>
                  <a:pt x="12694" y="173984"/>
                  <a:pt x="12694" y="372104"/>
                </a:cubicBezTo>
                <a:cubicBezTo>
                  <a:pt x="12694" y="570224"/>
                  <a:pt x="173984" y="731514"/>
                  <a:pt x="372104" y="73151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6" name="Google Shape;116;p35"/>
          <p:cNvSpPr/>
          <p:nvPr/>
        </p:nvSpPr>
        <p:spPr>
          <a:xfrm>
            <a:off x="9659429" y="3776986"/>
            <a:ext cx="2540000" cy="2628900"/>
          </a:xfrm>
          <a:custGeom>
            <a:avLst/>
            <a:gdLst/>
            <a:ahLst/>
            <a:cxnLst/>
            <a:rect l="l" t="t" r="r" b="b"/>
            <a:pathLst>
              <a:path w="2540000" h="2628900" extrusionOk="0">
                <a:moveTo>
                  <a:pt x="2528761" y="12694"/>
                </a:moveTo>
                <a:lnTo>
                  <a:pt x="487871" y="1018534"/>
                </a:lnTo>
                <a:cubicBezTo>
                  <a:pt x="487871" y="1018534"/>
                  <a:pt x="-249999" y="1383024"/>
                  <a:pt x="113221" y="2120894"/>
                </a:cubicBezTo>
                <a:lnTo>
                  <a:pt x="127191" y="2148834"/>
                </a:lnTo>
                <a:cubicBezTo>
                  <a:pt x="127191" y="2148834"/>
                  <a:pt x="491681" y="2886705"/>
                  <a:pt x="1229551" y="2523484"/>
                </a:cubicBezTo>
                <a:lnTo>
                  <a:pt x="2528761" y="1883404"/>
                </a:lnTo>
                <a:lnTo>
                  <a:pt x="2528761" y="1269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35"/>
          <p:cNvSpPr txBox="1">
            <a:spLocks noGrp="1"/>
          </p:cNvSpPr>
          <p:nvPr>
            <p:ph type="body" idx="1"/>
          </p:nvPr>
        </p:nvSpPr>
        <p:spPr>
          <a:xfrm>
            <a:off x="824420" y="3955665"/>
            <a:ext cx="4367531" cy="52471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2800"/>
              <a:buNone/>
              <a:defRPr sz="2800" b="1" i="0"/>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35"/>
          <p:cNvSpPr txBox="1">
            <a:spLocks noGrp="1"/>
          </p:cNvSpPr>
          <p:nvPr>
            <p:ph type="body" idx="3"/>
          </p:nvPr>
        </p:nvSpPr>
        <p:spPr>
          <a:xfrm>
            <a:off x="824420" y="4633361"/>
            <a:ext cx="4367531" cy="3651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b="1" i="0"/>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35"/>
          <p:cNvSpPr txBox="1">
            <a:spLocks noGrp="1"/>
          </p:cNvSpPr>
          <p:nvPr>
            <p:ph type="body" idx="4"/>
          </p:nvPr>
        </p:nvSpPr>
        <p:spPr>
          <a:xfrm>
            <a:off x="824420" y="4892976"/>
            <a:ext cx="4367531" cy="3651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3"/>
              </a:buClr>
              <a:buSzPts val="2500"/>
              <a:buNone/>
              <a:defRPr sz="2500" b="1" i="0">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35"/>
          <p:cNvSpPr txBox="1">
            <a:spLocks noGrp="1"/>
          </p:cNvSpPr>
          <p:nvPr>
            <p:ph type="body" idx="5"/>
          </p:nvPr>
        </p:nvSpPr>
        <p:spPr>
          <a:xfrm>
            <a:off x="824420" y="5334299"/>
            <a:ext cx="4367531" cy="3651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b="1" i="0"/>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35"/>
          <p:cNvSpPr txBox="1">
            <a:spLocks noGrp="1"/>
          </p:cNvSpPr>
          <p:nvPr>
            <p:ph type="body" idx="6"/>
          </p:nvPr>
        </p:nvSpPr>
        <p:spPr>
          <a:xfrm>
            <a:off x="824420" y="5593914"/>
            <a:ext cx="4367531" cy="3651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3"/>
              </a:buClr>
              <a:buSzPts val="2500"/>
              <a:buNone/>
              <a:defRPr sz="2500" b="1" i="0">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35"/>
          <p:cNvSpPr/>
          <p:nvPr/>
        </p:nvSpPr>
        <p:spPr>
          <a:xfrm>
            <a:off x="900978" y="1561556"/>
            <a:ext cx="2592000" cy="165305"/>
          </a:xfrm>
          <a:custGeom>
            <a:avLst/>
            <a:gdLst/>
            <a:ahLst/>
            <a:cxnLst/>
            <a:rect l="l" t="t" r="r" b="b"/>
            <a:pathLst>
              <a:path w="2973890" h="165304" extrusionOk="0">
                <a:moveTo>
                  <a:pt x="2914974" y="159367"/>
                </a:moveTo>
                <a:lnTo>
                  <a:pt x="70199" y="159367"/>
                </a:lnTo>
                <a:cubicBezTo>
                  <a:pt x="36333" y="159367"/>
                  <a:pt x="8816" y="125034"/>
                  <a:pt x="8816" y="84344"/>
                </a:cubicBezTo>
                <a:lnTo>
                  <a:pt x="8816" y="84344"/>
                </a:lnTo>
                <a:cubicBezTo>
                  <a:pt x="8816" y="43654"/>
                  <a:pt x="36333" y="10593"/>
                  <a:pt x="70199" y="10593"/>
                </a:cubicBezTo>
                <a:lnTo>
                  <a:pt x="2913916" y="10593"/>
                </a:lnTo>
                <a:cubicBezTo>
                  <a:pt x="2947782" y="10593"/>
                  <a:pt x="2975298" y="43654"/>
                  <a:pt x="2975298" y="84344"/>
                </a:cubicBezTo>
                <a:lnTo>
                  <a:pt x="2975298" y="84344"/>
                </a:lnTo>
                <a:cubicBezTo>
                  <a:pt x="2976357" y="125034"/>
                  <a:pt x="2948840" y="159367"/>
                  <a:pt x="2914974" y="159367"/>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35"/>
          <p:cNvSpPr/>
          <p:nvPr/>
        </p:nvSpPr>
        <p:spPr>
          <a:xfrm>
            <a:off x="7172412" y="-12694"/>
            <a:ext cx="4978400" cy="2133600"/>
          </a:xfrm>
          <a:custGeom>
            <a:avLst/>
            <a:gdLst/>
            <a:ahLst/>
            <a:cxnLst/>
            <a:rect l="l" t="t" r="r" b="b"/>
            <a:pathLst>
              <a:path w="4978400" h="2133600" extrusionOk="0">
                <a:moveTo>
                  <a:pt x="2517688" y="12694"/>
                </a:moveTo>
                <a:lnTo>
                  <a:pt x="371388" y="1070604"/>
                </a:lnTo>
                <a:cubicBezTo>
                  <a:pt x="371388" y="1070604"/>
                  <a:pt x="-163282" y="1334764"/>
                  <a:pt x="72938" y="1812284"/>
                </a:cubicBezTo>
                <a:lnTo>
                  <a:pt x="81828" y="1830064"/>
                </a:lnTo>
                <a:cubicBezTo>
                  <a:pt x="81828" y="1830064"/>
                  <a:pt x="316778" y="2307584"/>
                  <a:pt x="851448" y="2044694"/>
                </a:cubicBezTo>
                <a:lnTo>
                  <a:pt x="4970058" y="12694"/>
                </a:lnTo>
                <a:lnTo>
                  <a:pt x="2517688" y="1269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cabezado de sección con imagen">
  <p:cSld name="Encabezado de sección con imagen">
    <p:spTree>
      <p:nvGrpSpPr>
        <p:cNvPr id="1" name="Shape 124"/>
        <p:cNvGrpSpPr/>
        <p:nvPr/>
      </p:nvGrpSpPr>
      <p:grpSpPr>
        <a:xfrm>
          <a:off x="0" y="0"/>
          <a:ext cx="0" cy="0"/>
          <a:chOff x="0" y="0"/>
          <a:chExt cx="0" cy="0"/>
        </a:xfrm>
      </p:grpSpPr>
      <p:sp>
        <p:nvSpPr>
          <p:cNvPr id="125" name="Google Shape;125;p36"/>
          <p:cNvSpPr>
            <a:spLocks noGrp="1"/>
          </p:cNvSpPr>
          <p:nvPr>
            <p:ph type="pic" idx="2"/>
          </p:nvPr>
        </p:nvSpPr>
        <p:spPr>
          <a:xfrm>
            <a:off x="912412" y="2373273"/>
            <a:ext cx="11271651" cy="2549580"/>
          </a:xfrm>
          <a:prstGeom prst="rect">
            <a:avLst/>
          </a:prstGeom>
          <a:noFill/>
          <a:ln>
            <a:noFill/>
          </a:ln>
        </p:spPr>
      </p:sp>
      <p:sp>
        <p:nvSpPr>
          <p:cNvPr id="126" name="Google Shape;126;p36"/>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36"/>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36"/>
          <p:cNvSpPr/>
          <p:nvPr/>
        </p:nvSpPr>
        <p:spPr>
          <a:xfrm>
            <a:off x="7998821" y="1645349"/>
            <a:ext cx="4196737" cy="1001638"/>
          </a:xfrm>
          <a:custGeom>
            <a:avLst/>
            <a:gdLst/>
            <a:ahLst/>
            <a:cxnLst/>
            <a:rect l="l" t="t" r="r" b="b"/>
            <a:pathLst>
              <a:path w="3152775" h="752475" extrusionOk="0">
                <a:moveTo>
                  <a:pt x="3150394" y="7144"/>
                </a:moveTo>
                <a:lnTo>
                  <a:pt x="371952" y="7144"/>
                </a:lnTo>
                <a:cubicBezTo>
                  <a:pt x="371952" y="7144"/>
                  <a:pt x="7144" y="7144"/>
                  <a:pt x="7144" y="370999"/>
                </a:cubicBezTo>
                <a:lnTo>
                  <a:pt x="7144" y="384334"/>
                </a:lnTo>
                <a:cubicBezTo>
                  <a:pt x="7144" y="384334"/>
                  <a:pt x="7144" y="748189"/>
                  <a:pt x="371952" y="748189"/>
                </a:cubicBezTo>
                <a:lnTo>
                  <a:pt x="3150394" y="748189"/>
                </a:lnTo>
                <a:lnTo>
                  <a:pt x="3150394" y="714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36"/>
          <p:cNvSpPr/>
          <p:nvPr/>
        </p:nvSpPr>
        <p:spPr>
          <a:xfrm>
            <a:off x="12186920" y="2632655"/>
            <a:ext cx="5081" cy="25381"/>
          </a:xfrm>
          <a:custGeom>
            <a:avLst/>
            <a:gdLst/>
            <a:ahLst/>
            <a:cxnLst/>
            <a:rect l="l" t="t" r="r" b="b"/>
            <a:pathLst>
              <a:path w="5081" h="25381" extrusionOk="0">
                <a:moveTo>
                  <a:pt x="0" y="0"/>
                </a:moveTo>
                <a:lnTo>
                  <a:pt x="5081" y="0"/>
                </a:lnTo>
                <a:lnTo>
                  <a:pt x="5081" y="25381"/>
                </a:lnTo>
                <a:lnTo>
                  <a:pt x="0" y="25381"/>
                </a:lnTo>
                <a:lnTo>
                  <a:pt x="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36"/>
          <p:cNvSpPr txBox="1">
            <a:spLocks noGrp="1"/>
          </p:cNvSpPr>
          <p:nvPr>
            <p:ph type="ctrTitle"/>
          </p:nvPr>
        </p:nvSpPr>
        <p:spPr>
          <a:xfrm>
            <a:off x="781987" y="793172"/>
            <a:ext cx="9144000" cy="65562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4000"/>
              <a:buFont typeface="Century Gothic"/>
              <a:buNone/>
              <a:defRPr sz="40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36"/>
          <p:cNvSpPr txBox="1">
            <a:spLocks noGrp="1"/>
          </p:cNvSpPr>
          <p:nvPr>
            <p:ph type="subTitle" idx="1"/>
          </p:nvPr>
        </p:nvSpPr>
        <p:spPr>
          <a:xfrm>
            <a:off x="795772" y="1877051"/>
            <a:ext cx="6843278" cy="496223"/>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accent1"/>
              </a:buClr>
              <a:buSzPts val="1800"/>
              <a:buNone/>
              <a:defRPr sz="1800" b="1" i="0">
                <a:solidFill>
                  <a:schemeClr val="accent1"/>
                </a:solidFill>
              </a:defRPr>
            </a:lvl1pPr>
            <a:lvl2pPr lvl="1" algn="ctr">
              <a:lnSpc>
                <a:spcPct val="90000"/>
              </a:lnSpc>
              <a:spcBef>
                <a:spcPts val="500"/>
              </a:spcBef>
              <a:spcAft>
                <a:spcPts val="0"/>
              </a:spcAft>
              <a:buClr>
                <a:schemeClr val="accent1"/>
              </a:buClr>
              <a:buSzPts val="2000"/>
              <a:buNone/>
              <a:defRPr sz="2000"/>
            </a:lvl2pPr>
            <a:lvl3pPr lvl="2" algn="ctr">
              <a:lnSpc>
                <a:spcPct val="90000"/>
              </a:lnSpc>
              <a:spcBef>
                <a:spcPts val="500"/>
              </a:spcBef>
              <a:spcAft>
                <a:spcPts val="0"/>
              </a:spcAft>
              <a:buClr>
                <a:schemeClr val="accent1"/>
              </a:buClr>
              <a:buSzPts val="1800"/>
              <a:buNone/>
              <a:defRPr sz="1800"/>
            </a:lvl3pPr>
            <a:lvl4pPr lvl="3" algn="ctr">
              <a:lnSpc>
                <a:spcPct val="90000"/>
              </a:lnSpc>
              <a:spcBef>
                <a:spcPts val="500"/>
              </a:spcBef>
              <a:spcAft>
                <a:spcPts val="0"/>
              </a:spcAft>
              <a:buClr>
                <a:schemeClr val="accent1"/>
              </a:buClr>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32" name="Google Shape;132;p36"/>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36"/>
          <p:cNvSpPr txBox="1">
            <a:spLocks noGrp="1"/>
          </p:cNvSpPr>
          <p:nvPr>
            <p:ph type="ftr" idx="11"/>
          </p:nvPr>
        </p:nvSpPr>
        <p:spPr>
          <a:xfrm>
            <a:off x="812290" y="5797769"/>
            <a:ext cx="38083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36"/>
          <p:cNvSpPr/>
          <p:nvPr/>
        </p:nvSpPr>
        <p:spPr>
          <a:xfrm>
            <a:off x="903223" y="1550951"/>
            <a:ext cx="5724000" cy="151200"/>
          </a:xfrm>
          <a:custGeom>
            <a:avLst/>
            <a:gdLst/>
            <a:ahLst/>
            <a:cxnLst/>
            <a:rect l="l" t="t" r="r" b="b"/>
            <a:pathLst>
              <a:path w="2447925" h="114300" extrusionOk="0">
                <a:moveTo>
                  <a:pt x="2392204" y="114776"/>
                </a:moveTo>
                <a:lnTo>
                  <a:pt x="60484" y="114776"/>
                </a:lnTo>
                <a:cubicBezTo>
                  <a:pt x="30956" y="114776"/>
                  <a:pt x="7144" y="90011"/>
                  <a:pt x="7144" y="60484"/>
                </a:cubicBezTo>
                <a:lnTo>
                  <a:pt x="7144" y="60484"/>
                </a:lnTo>
                <a:cubicBezTo>
                  <a:pt x="7144" y="30956"/>
                  <a:pt x="30956" y="7144"/>
                  <a:pt x="60484" y="7144"/>
                </a:cubicBezTo>
                <a:lnTo>
                  <a:pt x="2392204" y="7144"/>
                </a:lnTo>
                <a:cubicBezTo>
                  <a:pt x="2421731" y="7144"/>
                  <a:pt x="2445544" y="30956"/>
                  <a:pt x="2445544" y="60484"/>
                </a:cubicBezTo>
                <a:lnTo>
                  <a:pt x="2445544" y="60484"/>
                </a:lnTo>
                <a:cubicBezTo>
                  <a:pt x="2445544" y="90011"/>
                  <a:pt x="2421731" y="114776"/>
                  <a:pt x="2392204" y="114776"/>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5" name="Google Shape;135;p36"/>
          <p:cNvSpPr/>
          <p:nvPr/>
        </p:nvSpPr>
        <p:spPr>
          <a:xfrm>
            <a:off x="3899957" y="4662943"/>
            <a:ext cx="8292043" cy="760738"/>
          </a:xfrm>
          <a:custGeom>
            <a:avLst/>
            <a:gdLst/>
            <a:ahLst/>
            <a:cxnLst/>
            <a:rect l="l" t="t" r="r" b="b"/>
            <a:pathLst>
              <a:path w="6229350" h="571500" extrusionOk="0">
                <a:moveTo>
                  <a:pt x="6228874" y="7144"/>
                </a:moveTo>
                <a:lnTo>
                  <a:pt x="284321" y="7144"/>
                </a:lnTo>
                <a:cubicBezTo>
                  <a:pt x="284321" y="7144"/>
                  <a:pt x="7144" y="7144"/>
                  <a:pt x="7144" y="282416"/>
                </a:cubicBezTo>
                <a:lnTo>
                  <a:pt x="7144" y="292894"/>
                </a:lnTo>
                <a:cubicBezTo>
                  <a:pt x="7144" y="292894"/>
                  <a:pt x="7144" y="568166"/>
                  <a:pt x="284321" y="568166"/>
                </a:cubicBezTo>
                <a:lnTo>
                  <a:pt x="6228874" y="568166"/>
                </a:lnTo>
                <a:lnTo>
                  <a:pt x="6228874"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6" name="Google Shape;136;p36"/>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137" name="Google Shape;137;p36"/>
          <p:cNvSpPr/>
          <p:nvPr/>
        </p:nvSpPr>
        <p:spPr>
          <a:xfrm>
            <a:off x="3909848" y="4665641"/>
            <a:ext cx="8277071" cy="257213"/>
          </a:xfrm>
          <a:custGeom>
            <a:avLst/>
            <a:gdLst/>
            <a:ahLst/>
            <a:cxnLst/>
            <a:rect l="l" t="t" r="r" b="b"/>
            <a:pathLst>
              <a:path w="8277071" h="257213" extrusionOk="0">
                <a:moveTo>
                  <a:pt x="363403" y="0"/>
                </a:moveTo>
                <a:lnTo>
                  <a:pt x="8277071" y="0"/>
                </a:lnTo>
                <a:lnTo>
                  <a:pt x="8277071" y="25380"/>
                </a:lnTo>
                <a:lnTo>
                  <a:pt x="363403" y="25380"/>
                </a:lnTo>
                <a:cubicBezTo>
                  <a:pt x="352934" y="25380"/>
                  <a:pt x="158297" y="28235"/>
                  <a:pt x="61632" y="176355"/>
                </a:cubicBezTo>
                <a:lnTo>
                  <a:pt x="25441" y="257213"/>
                </a:lnTo>
                <a:lnTo>
                  <a:pt x="0" y="257213"/>
                </a:lnTo>
                <a:lnTo>
                  <a:pt x="29624" y="181325"/>
                </a:lnTo>
                <a:cubicBezTo>
                  <a:pt x="130358" y="2915"/>
                  <a:pt x="360072" y="0"/>
                  <a:pt x="363403"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36"/>
          <p:cNvSpPr/>
          <p:nvPr/>
        </p:nvSpPr>
        <p:spPr>
          <a:xfrm>
            <a:off x="12186919" y="4665641"/>
            <a:ext cx="5081" cy="25380"/>
          </a:xfrm>
          <a:custGeom>
            <a:avLst/>
            <a:gdLst/>
            <a:ahLst/>
            <a:cxnLst/>
            <a:rect l="l" t="t" r="r" b="b"/>
            <a:pathLst>
              <a:path w="5081" h="25380" extrusionOk="0">
                <a:moveTo>
                  <a:pt x="0" y="0"/>
                </a:moveTo>
                <a:lnTo>
                  <a:pt x="5081" y="0"/>
                </a:lnTo>
                <a:lnTo>
                  <a:pt x="5081" y="25380"/>
                </a:lnTo>
                <a:lnTo>
                  <a:pt x="0" y="2538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36"/>
          <p:cNvSpPr/>
          <p:nvPr/>
        </p:nvSpPr>
        <p:spPr>
          <a:xfrm>
            <a:off x="3905233" y="4922854"/>
            <a:ext cx="8286767" cy="513089"/>
          </a:xfrm>
          <a:custGeom>
            <a:avLst/>
            <a:gdLst/>
            <a:ahLst/>
            <a:cxnLst/>
            <a:rect l="l" t="t" r="r" b="b"/>
            <a:pathLst>
              <a:path w="8286767" h="513089" extrusionOk="0">
                <a:moveTo>
                  <a:pt x="4615" y="0"/>
                </a:moveTo>
                <a:lnTo>
                  <a:pt x="30056" y="0"/>
                </a:lnTo>
                <a:lnTo>
                  <a:pt x="27385" y="5967"/>
                </a:lnTo>
                <a:cubicBezTo>
                  <a:pt x="18024" y="39383"/>
                  <a:pt x="12690" y="77494"/>
                  <a:pt x="12690" y="120958"/>
                </a:cubicBezTo>
                <a:lnTo>
                  <a:pt x="12690" y="134918"/>
                </a:lnTo>
                <a:cubicBezTo>
                  <a:pt x="12690" y="150146"/>
                  <a:pt x="17766" y="488977"/>
                  <a:pt x="368018" y="488977"/>
                </a:cubicBezTo>
                <a:lnTo>
                  <a:pt x="8286767" y="488977"/>
                </a:lnTo>
                <a:lnTo>
                  <a:pt x="8286767" y="513089"/>
                </a:lnTo>
                <a:lnTo>
                  <a:pt x="368018" y="513089"/>
                </a:lnTo>
                <a:cubicBezTo>
                  <a:pt x="110405" y="513089"/>
                  <a:pt x="26649" y="336694"/>
                  <a:pt x="0" y="225019"/>
                </a:cubicBezTo>
                <a:lnTo>
                  <a:pt x="0" y="11822"/>
                </a:lnTo>
                <a:lnTo>
                  <a:pt x="4615"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apositiva con gráfico">
  <p:cSld name="Diapositiva con gráfico">
    <p:spTree>
      <p:nvGrpSpPr>
        <p:cNvPr id="1" name="Shape 140"/>
        <p:cNvGrpSpPr/>
        <p:nvPr/>
      </p:nvGrpSpPr>
      <p:grpSpPr>
        <a:xfrm>
          <a:off x="0" y="0"/>
          <a:ext cx="0" cy="0"/>
          <a:chOff x="0" y="0"/>
          <a:chExt cx="0" cy="0"/>
        </a:xfrm>
      </p:grpSpPr>
      <p:sp>
        <p:nvSpPr>
          <p:cNvPr id="141" name="Google Shape;141;p37"/>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37"/>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37"/>
          <p:cNvSpPr txBox="1">
            <a:spLocks noGrp="1"/>
          </p:cNvSpPr>
          <p:nvPr>
            <p:ph type="title"/>
          </p:nvPr>
        </p:nvSpPr>
        <p:spPr>
          <a:xfrm>
            <a:off x="5642753" y="1474969"/>
            <a:ext cx="4395258" cy="6762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4000"/>
              <a:buFont typeface="Century Gothic"/>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37"/>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7"/>
          <p:cNvSpPr txBox="1">
            <a:spLocks noGrp="1"/>
          </p:cNvSpPr>
          <p:nvPr>
            <p:ph type="ftr" idx="11"/>
          </p:nvPr>
        </p:nvSpPr>
        <p:spPr>
          <a:xfrm>
            <a:off x="812290" y="579776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7"/>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147" name="Google Shape;147;p37"/>
          <p:cNvSpPr txBox="1">
            <a:spLocks noGrp="1"/>
          </p:cNvSpPr>
          <p:nvPr>
            <p:ph type="body" idx="1"/>
          </p:nvPr>
        </p:nvSpPr>
        <p:spPr>
          <a:xfrm>
            <a:off x="5649889" y="2592569"/>
            <a:ext cx="5630885" cy="70167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1800"/>
              <a:buNone/>
              <a:defRPr sz="1800" b="1" i="0"/>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37"/>
          <p:cNvSpPr txBox="1">
            <a:spLocks noGrp="1"/>
          </p:cNvSpPr>
          <p:nvPr>
            <p:ph type="body" idx="2"/>
          </p:nvPr>
        </p:nvSpPr>
        <p:spPr>
          <a:xfrm>
            <a:off x="6126385" y="3719427"/>
            <a:ext cx="1597889"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3"/>
              </a:buClr>
              <a:buSzPts val="1800"/>
              <a:buNone/>
              <a:defRPr sz="1800" b="1">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9" name="Google Shape;149;p37"/>
          <p:cNvSpPr txBox="1">
            <a:spLocks noGrp="1"/>
          </p:cNvSpPr>
          <p:nvPr>
            <p:ph type="body" idx="3"/>
          </p:nvPr>
        </p:nvSpPr>
        <p:spPr>
          <a:xfrm>
            <a:off x="6126386" y="3990708"/>
            <a:ext cx="1597889" cy="3651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00"/>
              </a:spcBef>
              <a:spcAft>
                <a:spcPts val="0"/>
              </a:spcAft>
              <a:buClr>
                <a:schemeClr val="accent3"/>
              </a:buClr>
              <a:buSzPts val="1400"/>
              <a:buNone/>
              <a:defRPr sz="1400" b="1" i="0">
                <a:solidFill>
                  <a:srgbClr val="595959"/>
                </a:solidFill>
              </a:defRPr>
            </a:lvl1pPr>
            <a:lvl2pPr marL="914400" lvl="1" indent="-381000" algn="l">
              <a:lnSpc>
                <a:spcPct val="90000"/>
              </a:lnSpc>
              <a:spcBef>
                <a:spcPts val="500"/>
              </a:spcBef>
              <a:spcAft>
                <a:spcPts val="0"/>
              </a:spcAft>
              <a:buClr>
                <a:srgbClr val="7F7F7F"/>
              </a:buClr>
              <a:buSzPts val="2400"/>
              <a:buChar char="•"/>
              <a:defRPr>
                <a:solidFill>
                  <a:srgbClr val="7F7F7F"/>
                </a:solidFill>
              </a:defRPr>
            </a:lvl2pPr>
            <a:lvl3pPr marL="1371600" lvl="2" indent="-355600" algn="l">
              <a:lnSpc>
                <a:spcPct val="90000"/>
              </a:lnSpc>
              <a:spcBef>
                <a:spcPts val="500"/>
              </a:spcBef>
              <a:spcAft>
                <a:spcPts val="0"/>
              </a:spcAft>
              <a:buClr>
                <a:srgbClr val="7F7F7F"/>
              </a:buClr>
              <a:buSzPts val="2000"/>
              <a:buChar char="•"/>
              <a:defRPr>
                <a:solidFill>
                  <a:srgbClr val="7F7F7F"/>
                </a:solidFill>
              </a:defRPr>
            </a:lvl3pPr>
            <a:lvl4pPr marL="1828800" lvl="3" indent="-342900" algn="l">
              <a:lnSpc>
                <a:spcPct val="90000"/>
              </a:lnSpc>
              <a:spcBef>
                <a:spcPts val="500"/>
              </a:spcBef>
              <a:spcAft>
                <a:spcPts val="0"/>
              </a:spcAft>
              <a:buClr>
                <a:srgbClr val="7F7F7F"/>
              </a:buClr>
              <a:buSzPts val="1800"/>
              <a:buChar char="•"/>
              <a:defRPr>
                <a:solidFill>
                  <a:srgbClr val="7F7F7F"/>
                </a:solidFill>
              </a:defRPr>
            </a:lvl4pPr>
            <a:lvl5pPr marL="2286000" lvl="4" indent="-342900" algn="l">
              <a:lnSpc>
                <a:spcPct val="90000"/>
              </a:lnSpc>
              <a:spcBef>
                <a:spcPts val="500"/>
              </a:spcBef>
              <a:spcAft>
                <a:spcPts val="0"/>
              </a:spcAft>
              <a:buClr>
                <a:srgbClr val="7F7F7F"/>
              </a:buClr>
              <a:buSzPts val="1800"/>
              <a:buChar char="•"/>
              <a:defRPr>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7"/>
          <p:cNvSpPr txBox="1">
            <a:spLocks noGrp="1"/>
          </p:cNvSpPr>
          <p:nvPr>
            <p:ph type="body" idx="4"/>
          </p:nvPr>
        </p:nvSpPr>
        <p:spPr>
          <a:xfrm>
            <a:off x="6126410" y="4451492"/>
            <a:ext cx="1597889"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3"/>
              </a:buClr>
              <a:buSzPts val="1800"/>
              <a:buNone/>
              <a:defRPr sz="1800" b="1">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51" name="Google Shape;151;p37"/>
          <p:cNvSpPr txBox="1">
            <a:spLocks noGrp="1"/>
          </p:cNvSpPr>
          <p:nvPr>
            <p:ph type="body" idx="5"/>
          </p:nvPr>
        </p:nvSpPr>
        <p:spPr>
          <a:xfrm>
            <a:off x="6126411" y="4722773"/>
            <a:ext cx="1597889" cy="3651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00"/>
              </a:spcBef>
              <a:spcAft>
                <a:spcPts val="0"/>
              </a:spcAft>
              <a:buClr>
                <a:schemeClr val="accent3"/>
              </a:buClr>
              <a:buSzPts val="1400"/>
              <a:buNone/>
              <a:defRPr sz="1400" b="1" i="0">
                <a:solidFill>
                  <a:srgbClr val="595959"/>
                </a:solidFill>
              </a:defRPr>
            </a:lvl1pPr>
            <a:lvl2pPr marL="914400" lvl="1" indent="-381000" algn="l">
              <a:lnSpc>
                <a:spcPct val="90000"/>
              </a:lnSpc>
              <a:spcBef>
                <a:spcPts val="500"/>
              </a:spcBef>
              <a:spcAft>
                <a:spcPts val="0"/>
              </a:spcAft>
              <a:buClr>
                <a:srgbClr val="7F7F7F"/>
              </a:buClr>
              <a:buSzPts val="2400"/>
              <a:buChar char="•"/>
              <a:defRPr>
                <a:solidFill>
                  <a:srgbClr val="7F7F7F"/>
                </a:solidFill>
              </a:defRPr>
            </a:lvl2pPr>
            <a:lvl3pPr marL="1371600" lvl="2" indent="-355600" algn="l">
              <a:lnSpc>
                <a:spcPct val="90000"/>
              </a:lnSpc>
              <a:spcBef>
                <a:spcPts val="500"/>
              </a:spcBef>
              <a:spcAft>
                <a:spcPts val="0"/>
              </a:spcAft>
              <a:buClr>
                <a:srgbClr val="7F7F7F"/>
              </a:buClr>
              <a:buSzPts val="2000"/>
              <a:buChar char="•"/>
              <a:defRPr>
                <a:solidFill>
                  <a:srgbClr val="7F7F7F"/>
                </a:solidFill>
              </a:defRPr>
            </a:lvl3pPr>
            <a:lvl4pPr marL="1828800" lvl="3" indent="-342900" algn="l">
              <a:lnSpc>
                <a:spcPct val="90000"/>
              </a:lnSpc>
              <a:spcBef>
                <a:spcPts val="500"/>
              </a:spcBef>
              <a:spcAft>
                <a:spcPts val="0"/>
              </a:spcAft>
              <a:buClr>
                <a:srgbClr val="7F7F7F"/>
              </a:buClr>
              <a:buSzPts val="1800"/>
              <a:buChar char="•"/>
              <a:defRPr>
                <a:solidFill>
                  <a:srgbClr val="7F7F7F"/>
                </a:solidFill>
              </a:defRPr>
            </a:lvl4pPr>
            <a:lvl5pPr marL="2286000" lvl="4" indent="-342900" algn="l">
              <a:lnSpc>
                <a:spcPct val="90000"/>
              </a:lnSpc>
              <a:spcBef>
                <a:spcPts val="500"/>
              </a:spcBef>
              <a:spcAft>
                <a:spcPts val="0"/>
              </a:spcAft>
              <a:buClr>
                <a:srgbClr val="7F7F7F"/>
              </a:buClr>
              <a:buSzPts val="1800"/>
              <a:buChar char="•"/>
              <a:defRPr>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37"/>
          <p:cNvSpPr txBox="1">
            <a:spLocks noGrp="1"/>
          </p:cNvSpPr>
          <p:nvPr>
            <p:ph type="body" idx="6"/>
          </p:nvPr>
        </p:nvSpPr>
        <p:spPr>
          <a:xfrm>
            <a:off x="8065899" y="3719427"/>
            <a:ext cx="1597889"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3"/>
              </a:buClr>
              <a:buSzPts val="1800"/>
              <a:buNone/>
              <a:defRPr sz="1800" b="1">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53" name="Google Shape;153;p37"/>
          <p:cNvSpPr txBox="1">
            <a:spLocks noGrp="1"/>
          </p:cNvSpPr>
          <p:nvPr>
            <p:ph type="body" idx="7"/>
          </p:nvPr>
        </p:nvSpPr>
        <p:spPr>
          <a:xfrm>
            <a:off x="8065900" y="3990708"/>
            <a:ext cx="1597889" cy="3651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00"/>
              </a:spcBef>
              <a:spcAft>
                <a:spcPts val="0"/>
              </a:spcAft>
              <a:buClr>
                <a:schemeClr val="accent3"/>
              </a:buClr>
              <a:buSzPts val="1400"/>
              <a:buNone/>
              <a:defRPr sz="1400" b="1" i="0">
                <a:solidFill>
                  <a:srgbClr val="595959"/>
                </a:solidFill>
              </a:defRPr>
            </a:lvl1pPr>
            <a:lvl2pPr marL="914400" lvl="1" indent="-381000" algn="l">
              <a:lnSpc>
                <a:spcPct val="90000"/>
              </a:lnSpc>
              <a:spcBef>
                <a:spcPts val="500"/>
              </a:spcBef>
              <a:spcAft>
                <a:spcPts val="0"/>
              </a:spcAft>
              <a:buClr>
                <a:srgbClr val="7F7F7F"/>
              </a:buClr>
              <a:buSzPts val="2400"/>
              <a:buChar char="•"/>
              <a:defRPr>
                <a:solidFill>
                  <a:srgbClr val="7F7F7F"/>
                </a:solidFill>
              </a:defRPr>
            </a:lvl2pPr>
            <a:lvl3pPr marL="1371600" lvl="2" indent="-355600" algn="l">
              <a:lnSpc>
                <a:spcPct val="90000"/>
              </a:lnSpc>
              <a:spcBef>
                <a:spcPts val="500"/>
              </a:spcBef>
              <a:spcAft>
                <a:spcPts val="0"/>
              </a:spcAft>
              <a:buClr>
                <a:srgbClr val="7F7F7F"/>
              </a:buClr>
              <a:buSzPts val="2000"/>
              <a:buChar char="•"/>
              <a:defRPr>
                <a:solidFill>
                  <a:srgbClr val="7F7F7F"/>
                </a:solidFill>
              </a:defRPr>
            </a:lvl3pPr>
            <a:lvl4pPr marL="1828800" lvl="3" indent="-342900" algn="l">
              <a:lnSpc>
                <a:spcPct val="90000"/>
              </a:lnSpc>
              <a:spcBef>
                <a:spcPts val="500"/>
              </a:spcBef>
              <a:spcAft>
                <a:spcPts val="0"/>
              </a:spcAft>
              <a:buClr>
                <a:srgbClr val="7F7F7F"/>
              </a:buClr>
              <a:buSzPts val="1800"/>
              <a:buChar char="•"/>
              <a:defRPr>
                <a:solidFill>
                  <a:srgbClr val="7F7F7F"/>
                </a:solidFill>
              </a:defRPr>
            </a:lvl4pPr>
            <a:lvl5pPr marL="2286000" lvl="4" indent="-342900" algn="l">
              <a:lnSpc>
                <a:spcPct val="90000"/>
              </a:lnSpc>
              <a:spcBef>
                <a:spcPts val="500"/>
              </a:spcBef>
              <a:spcAft>
                <a:spcPts val="0"/>
              </a:spcAft>
              <a:buClr>
                <a:srgbClr val="7F7F7F"/>
              </a:buClr>
              <a:buSzPts val="1800"/>
              <a:buChar char="•"/>
              <a:defRPr>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37"/>
          <p:cNvSpPr txBox="1">
            <a:spLocks noGrp="1"/>
          </p:cNvSpPr>
          <p:nvPr>
            <p:ph type="body" idx="8"/>
          </p:nvPr>
        </p:nvSpPr>
        <p:spPr>
          <a:xfrm>
            <a:off x="8065924" y="4451492"/>
            <a:ext cx="1597889"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3"/>
              </a:buClr>
              <a:buSzPts val="1800"/>
              <a:buNone/>
              <a:defRPr sz="1800" b="1">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55" name="Google Shape;155;p37"/>
          <p:cNvSpPr txBox="1">
            <a:spLocks noGrp="1"/>
          </p:cNvSpPr>
          <p:nvPr>
            <p:ph type="body" idx="9"/>
          </p:nvPr>
        </p:nvSpPr>
        <p:spPr>
          <a:xfrm>
            <a:off x="8065925" y="4722773"/>
            <a:ext cx="1597889" cy="3651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00"/>
              </a:spcBef>
              <a:spcAft>
                <a:spcPts val="0"/>
              </a:spcAft>
              <a:buClr>
                <a:schemeClr val="accent3"/>
              </a:buClr>
              <a:buSzPts val="1400"/>
              <a:buNone/>
              <a:defRPr sz="1400" b="1" i="0">
                <a:solidFill>
                  <a:srgbClr val="595959"/>
                </a:solidFill>
              </a:defRPr>
            </a:lvl1pPr>
            <a:lvl2pPr marL="914400" lvl="1" indent="-381000" algn="l">
              <a:lnSpc>
                <a:spcPct val="90000"/>
              </a:lnSpc>
              <a:spcBef>
                <a:spcPts val="500"/>
              </a:spcBef>
              <a:spcAft>
                <a:spcPts val="0"/>
              </a:spcAft>
              <a:buClr>
                <a:srgbClr val="7F7F7F"/>
              </a:buClr>
              <a:buSzPts val="2400"/>
              <a:buChar char="•"/>
              <a:defRPr>
                <a:solidFill>
                  <a:srgbClr val="7F7F7F"/>
                </a:solidFill>
              </a:defRPr>
            </a:lvl2pPr>
            <a:lvl3pPr marL="1371600" lvl="2" indent="-355600" algn="l">
              <a:lnSpc>
                <a:spcPct val="90000"/>
              </a:lnSpc>
              <a:spcBef>
                <a:spcPts val="500"/>
              </a:spcBef>
              <a:spcAft>
                <a:spcPts val="0"/>
              </a:spcAft>
              <a:buClr>
                <a:srgbClr val="7F7F7F"/>
              </a:buClr>
              <a:buSzPts val="2000"/>
              <a:buChar char="•"/>
              <a:defRPr>
                <a:solidFill>
                  <a:srgbClr val="7F7F7F"/>
                </a:solidFill>
              </a:defRPr>
            </a:lvl3pPr>
            <a:lvl4pPr marL="1828800" lvl="3" indent="-342900" algn="l">
              <a:lnSpc>
                <a:spcPct val="90000"/>
              </a:lnSpc>
              <a:spcBef>
                <a:spcPts val="500"/>
              </a:spcBef>
              <a:spcAft>
                <a:spcPts val="0"/>
              </a:spcAft>
              <a:buClr>
                <a:srgbClr val="7F7F7F"/>
              </a:buClr>
              <a:buSzPts val="1800"/>
              <a:buChar char="•"/>
              <a:defRPr>
                <a:solidFill>
                  <a:srgbClr val="7F7F7F"/>
                </a:solidFill>
              </a:defRPr>
            </a:lvl4pPr>
            <a:lvl5pPr marL="2286000" lvl="4" indent="-342900" algn="l">
              <a:lnSpc>
                <a:spcPct val="90000"/>
              </a:lnSpc>
              <a:spcBef>
                <a:spcPts val="500"/>
              </a:spcBef>
              <a:spcAft>
                <a:spcPts val="0"/>
              </a:spcAft>
              <a:buClr>
                <a:srgbClr val="7F7F7F"/>
              </a:buClr>
              <a:buSzPts val="1800"/>
              <a:buChar char="•"/>
              <a:defRPr>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37"/>
          <p:cNvSpPr txBox="1">
            <a:spLocks noGrp="1"/>
          </p:cNvSpPr>
          <p:nvPr>
            <p:ph type="body" idx="13"/>
          </p:nvPr>
        </p:nvSpPr>
        <p:spPr>
          <a:xfrm>
            <a:off x="10005413" y="3719427"/>
            <a:ext cx="1597889"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3"/>
              </a:buClr>
              <a:buSzPts val="1800"/>
              <a:buNone/>
              <a:defRPr sz="1800" b="1">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57" name="Google Shape;157;p37"/>
          <p:cNvSpPr txBox="1">
            <a:spLocks noGrp="1"/>
          </p:cNvSpPr>
          <p:nvPr>
            <p:ph type="body" idx="14"/>
          </p:nvPr>
        </p:nvSpPr>
        <p:spPr>
          <a:xfrm>
            <a:off x="10005414" y="3990708"/>
            <a:ext cx="1597889" cy="3651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00"/>
              </a:spcBef>
              <a:spcAft>
                <a:spcPts val="0"/>
              </a:spcAft>
              <a:buClr>
                <a:schemeClr val="accent3"/>
              </a:buClr>
              <a:buSzPts val="1400"/>
              <a:buNone/>
              <a:defRPr sz="1400" b="1" i="0">
                <a:solidFill>
                  <a:srgbClr val="595959"/>
                </a:solidFill>
              </a:defRPr>
            </a:lvl1pPr>
            <a:lvl2pPr marL="914400" lvl="1" indent="-381000" algn="l">
              <a:lnSpc>
                <a:spcPct val="90000"/>
              </a:lnSpc>
              <a:spcBef>
                <a:spcPts val="500"/>
              </a:spcBef>
              <a:spcAft>
                <a:spcPts val="0"/>
              </a:spcAft>
              <a:buClr>
                <a:srgbClr val="7F7F7F"/>
              </a:buClr>
              <a:buSzPts val="2400"/>
              <a:buChar char="•"/>
              <a:defRPr>
                <a:solidFill>
                  <a:srgbClr val="7F7F7F"/>
                </a:solidFill>
              </a:defRPr>
            </a:lvl2pPr>
            <a:lvl3pPr marL="1371600" lvl="2" indent="-355600" algn="l">
              <a:lnSpc>
                <a:spcPct val="90000"/>
              </a:lnSpc>
              <a:spcBef>
                <a:spcPts val="500"/>
              </a:spcBef>
              <a:spcAft>
                <a:spcPts val="0"/>
              </a:spcAft>
              <a:buClr>
                <a:srgbClr val="7F7F7F"/>
              </a:buClr>
              <a:buSzPts val="2000"/>
              <a:buChar char="•"/>
              <a:defRPr>
                <a:solidFill>
                  <a:srgbClr val="7F7F7F"/>
                </a:solidFill>
              </a:defRPr>
            </a:lvl3pPr>
            <a:lvl4pPr marL="1828800" lvl="3" indent="-342900" algn="l">
              <a:lnSpc>
                <a:spcPct val="90000"/>
              </a:lnSpc>
              <a:spcBef>
                <a:spcPts val="500"/>
              </a:spcBef>
              <a:spcAft>
                <a:spcPts val="0"/>
              </a:spcAft>
              <a:buClr>
                <a:srgbClr val="7F7F7F"/>
              </a:buClr>
              <a:buSzPts val="1800"/>
              <a:buChar char="•"/>
              <a:defRPr>
                <a:solidFill>
                  <a:srgbClr val="7F7F7F"/>
                </a:solidFill>
              </a:defRPr>
            </a:lvl4pPr>
            <a:lvl5pPr marL="2286000" lvl="4" indent="-342900" algn="l">
              <a:lnSpc>
                <a:spcPct val="90000"/>
              </a:lnSpc>
              <a:spcBef>
                <a:spcPts val="500"/>
              </a:spcBef>
              <a:spcAft>
                <a:spcPts val="0"/>
              </a:spcAft>
              <a:buClr>
                <a:srgbClr val="7F7F7F"/>
              </a:buClr>
              <a:buSzPts val="1800"/>
              <a:buChar char="•"/>
              <a:defRPr>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37"/>
          <p:cNvSpPr txBox="1">
            <a:spLocks noGrp="1"/>
          </p:cNvSpPr>
          <p:nvPr>
            <p:ph type="body" idx="15"/>
          </p:nvPr>
        </p:nvSpPr>
        <p:spPr>
          <a:xfrm>
            <a:off x="10005438" y="4451492"/>
            <a:ext cx="1597889" cy="36512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3"/>
              </a:buClr>
              <a:buSzPts val="1800"/>
              <a:buNone/>
              <a:defRPr sz="1800" b="1">
                <a:solidFill>
                  <a:schemeClr val="accent3"/>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59" name="Google Shape;159;p37"/>
          <p:cNvSpPr txBox="1">
            <a:spLocks noGrp="1"/>
          </p:cNvSpPr>
          <p:nvPr>
            <p:ph type="body" idx="16"/>
          </p:nvPr>
        </p:nvSpPr>
        <p:spPr>
          <a:xfrm>
            <a:off x="10005439" y="4722773"/>
            <a:ext cx="1597889" cy="3651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600"/>
              </a:spcBef>
              <a:spcAft>
                <a:spcPts val="0"/>
              </a:spcAft>
              <a:buClr>
                <a:schemeClr val="accent3"/>
              </a:buClr>
              <a:buSzPts val="1400"/>
              <a:buNone/>
              <a:defRPr sz="1400" b="1" i="0">
                <a:solidFill>
                  <a:srgbClr val="595959"/>
                </a:solidFill>
              </a:defRPr>
            </a:lvl1pPr>
            <a:lvl2pPr marL="914400" lvl="1" indent="-381000" algn="l">
              <a:lnSpc>
                <a:spcPct val="90000"/>
              </a:lnSpc>
              <a:spcBef>
                <a:spcPts val="500"/>
              </a:spcBef>
              <a:spcAft>
                <a:spcPts val="0"/>
              </a:spcAft>
              <a:buClr>
                <a:srgbClr val="7F7F7F"/>
              </a:buClr>
              <a:buSzPts val="2400"/>
              <a:buChar char="•"/>
              <a:defRPr>
                <a:solidFill>
                  <a:srgbClr val="7F7F7F"/>
                </a:solidFill>
              </a:defRPr>
            </a:lvl2pPr>
            <a:lvl3pPr marL="1371600" lvl="2" indent="-355600" algn="l">
              <a:lnSpc>
                <a:spcPct val="90000"/>
              </a:lnSpc>
              <a:spcBef>
                <a:spcPts val="500"/>
              </a:spcBef>
              <a:spcAft>
                <a:spcPts val="0"/>
              </a:spcAft>
              <a:buClr>
                <a:srgbClr val="7F7F7F"/>
              </a:buClr>
              <a:buSzPts val="2000"/>
              <a:buChar char="•"/>
              <a:defRPr>
                <a:solidFill>
                  <a:srgbClr val="7F7F7F"/>
                </a:solidFill>
              </a:defRPr>
            </a:lvl3pPr>
            <a:lvl4pPr marL="1828800" lvl="3" indent="-342900" algn="l">
              <a:lnSpc>
                <a:spcPct val="90000"/>
              </a:lnSpc>
              <a:spcBef>
                <a:spcPts val="500"/>
              </a:spcBef>
              <a:spcAft>
                <a:spcPts val="0"/>
              </a:spcAft>
              <a:buClr>
                <a:srgbClr val="7F7F7F"/>
              </a:buClr>
              <a:buSzPts val="1800"/>
              <a:buChar char="•"/>
              <a:defRPr>
                <a:solidFill>
                  <a:srgbClr val="7F7F7F"/>
                </a:solidFill>
              </a:defRPr>
            </a:lvl4pPr>
            <a:lvl5pPr marL="2286000" lvl="4" indent="-342900" algn="l">
              <a:lnSpc>
                <a:spcPct val="90000"/>
              </a:lnSpc>
              <a:spcBef>
                <a:spcPts val="500"/>
              </a:spcBef>
              <a:spcAft>
                <a:spcPts val="0"/>
              </a:spcAft>
              <a:buClr>
                <a:srgbClr val="7F7F7F"/>
              </a:buClr>
              <a:buSzPts val="1800"/>
              <a:buChar char="•"/>
              <a:defRPr>
                <a:solidFill>
                  <a:srgbClr val="7F7F7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37"/>
          <p:cNvSpPr>
            <a:spLocks noGrp="1"/>
          </p:cNvSpPr>
          <p:nvPr>
            <p:ph type="chart" idx="17"/>
          </p:nvPr>
        </p:nvSpPr>
        <p:spPr>
          <a:xfrm>
            <a:off x="911225" y="908050"/>
            <a:ext cx="4284663" cy="4365625"/>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1000"/>
              </a:spcBef>
              <a:spcAft>
                <a:spcPts val="0"/>
              </a:spcAft>
              <a:buClr>
                <a:srgbClr val="7F7F7F"/>
              </a:buClr>
              <a:buSzPts val="1600"/>
              <a:buFont typeface="Arial"/>
              <a:buNone/>
              <a:defRPr sz="1600" b="0" i="0" u="none" strike="noStrike" cap="none">
                <a:solidFill>
                  <a:srgbClr val="7F7F7F"/>
                </a:solidFill>
                <a:latin typeface="Arial"/>
                <a:ea typeface="Arial"/>
                <a:cs typeface="Arial"/>
                <a:sym typeface="Arial"/>
              </a:defRPr>
            </a:lvl1pPr>
            <a:lvl2pPr marR="0" lvl="1" algn="l" rtl="0">
              <a:lnSpc>
                <a:spcPct val="90000"/>
              </a:lnSpc>
              <a:spcBef>
                <a:spcPts val="500"/>
              </a:spcBef>
              <a:spcAft>
                <a:spcPts val="0"/>
              </a:spcAft>
              <a:buClr>
                <a:schemeClr val="accent1"/>
              </a:buClr>
              <a:buSzPts val="2400"/>
              <a:buFont typeface="Arial"/>
              <a:buChar char="•"/>
              <a:defRPr sz="2400" b="0" i="0" u="none" strike="noStrike" cap="none">
                <a:solidFill>
                  <a:schemeClr val="accent1"/>
                </a:solidFill>
                <a:latin typeface="Arial"/>
                <a:ea typeface="Arial"/>
                <a:cs typeface="Arial"/>
                <a:sym typeface="Arial"/>
              </a:defRPr>
            </a:lvl2pPr>
            <a:lvl3pPr marR="0" lvl="2"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Arial"/>
                <a:ea typeface="Arial"/>
                <a:cs typeface="Arial"/>
                <a:sym typeface="Arial"/>
              </a:defRPr>
            </a:lvl3pPr>
            <a:lvl4pPr marR="0" lvl="3"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Arial"/>
                <a:ea typeface="Arial"/>
                <a:cs typeface="Arial"/>
                <a:sym typeface="Arial"/>
              </a:defRPr>
            </a:lvl4pPr>
            <a:lvl5pPr marR="0" lvl="4"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grpSp>
        <p:nvGrpSpPr>
          <p:cNvPr id="161" name="Google Shape;161;p37"/>
          <p:cNvGrpSpPr/>
          <p:nvPr/>
        </p:nvGrpSpPr>
        <p:grpSpPr>
          <a:xfrm>
            <a:off x="9999818" y="-7969"/>
            <a:ext cx="2199425" cy="1945482"/>
            <a:chOff x="9994666" y="-7969"/>
            <a:chExt cx="2199425" cy="1945482"/>
          </a:xfrm>
        </p:grpSpPr>
        <p:sp>
          <p:nvSpPr>
            <p:cNvPr id="162" name="Google Shape;162;p37"/>
            <p:cNvSpPr/>
            <p:nvPr/>
          </p:nvSpPr>
          <p:spPr>
            <a:xfrm>
              <a:off x="10712341" y="-7969"/>
              <a:ext cx="1466283" cy="1009398"/>
            </a:xfrm>
            <a:custGeom>
              <a:avLst/>
              <a:gdLst/>
              <a:ahLst/>
              <a:cxnLst/>
              <a:rect l="l" t="t" r="r" b="b"/>
              <a:pathLst>
                <a:path w="1466283" h="1009397" extrusionOk="0">
                  <a:moveTo>
                    <a:pt x="1467972" y="752798"/>
                  </a:moveTo>
                  <a:lnTo>
                    <a:pt x="1221466" y="871801"/>
                  </a:lnTo>
                  <a:cubicBezTo>
                    <a:pt x="928209" y="1015242"/>
                    <a:pt x="660453" y="997179"/>
                    <a:pt x="425635" y="821862"/>
                  </a:cubicBezTo>
                  <a:cubicBezTo>
                    <a:pt x="250319" y="689047"/>
                    <a:pt x="158942" y="512668"/>
                    <a:pt x="158942" y="510543"/>
                  </a:cubicBezTo>
                  <a:lnTo>
                    <a:pt x="145129" y="482917"/>
                  </a:lnTo>
                  <a:cubicBezTo>
                    <a:pt x="61190" y="315038"/>
                    <a:pt x="29314" y="155660"/>
                    <a:pt x="52689" y="7969"/>
                  </a:cubicBezTo>
                  <a:lnTo>
                    <a:pt x="14439" y="7969"/>
                  </a:lnTo>
                  <a:cubicBezTo>
                    <a:pt x="-6812" y="163097"/>
                    <a:pt x="24001" y="327789"/>
                    <a:pt x="111128" y="499918"/>
                  </a:cubicBezTo>
                  <a:lnTo>
                    <a:pt x="124941" y="527543"/>
                  </a:lnTo>
                  <a:cubicBezTo>
                    <a:pt x="129191" y="534981"/>
                    <a:pt x="219506" y="714548"/>
                    <a:pt x="402260" y="851613"/>
                  </a:cubicBezTo>
                  <a:cubicBezTo>
                    <a:pt x="508512" y="931302"/>
                    <a:pt x="656203" y="1004617"/>
                    <a:pt x="845333" y="1004617"/>
                  </a:cubicBezTo>
                  <a:cubicBezTo>
                    <a:pt x="961148" y="1004617"/>
                    <a:pt x="1091838" y="976991"/>
                    <a:pt x="1238467" y="906864"/>
                  </a:cubicBezTo>
                  <a:lnTo>
                    <a:pt x="1467972" y="795299"/>
                  </a:lnTo>
                  <a:lnTo>
                    <a:pt x="1467972" y="752798"/>
                  </a:lnTo>
                  <a:lnTo>
                    <a:pt x="1467972" y="752798"/>
                  </a:lnTo>
                  <a:lnTo>
                    <a:pt x="1467972" y="75279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3" name="Google Shape;163;p37"/>
            <p:cNvSpPr/>
            <p:nvPr/>
          </p:nvSpPr>
          <p:spPr>
            <a:xfrm>
              <a:off x="10014209" y="321414"/>
              <a:ext cx="2178175" cy="1593786"/>
            </a:xfrm>
            <a:custGeom>
              <a:avLst/>
              <a:gdLst/>
              <a:ahLst/>
              <a:cxnLst/>
              <a:rect l="l" t="t" r="r" b="b"/>
              <a:pathLst>
                <a:path w="2178174" h="1593786" extrusionOk="0">
                  <a:moveTo>
                    <a:pt x="231247" y="950428"/>
                  </a:moveTo>
                  <a:cubicBezTo>
                    <a:pt x="231247" y="950428"/>
                    <a:pt x="-101324" y="1111932"/>
                    <a:pt x="45305" y="1404126"/>
                  </a:cubicBezTo>
                  <a:lnTo>
                    <a:pt x="50617" y="1415814"/>
                  </a:lnTo>
                  <a:cubicBezTo>
                    <a:pt x="50617" y="1415814"/>
                    <a:pt x="197246" y="1708008"/>
                    <a:pt x="529816" y="1547566"/>
                  </a:cubicBezTo>
                  <a:lnTo>
                    <a:pt x="2173541" y="749611"/>
                  </a:lnTo>
                  <a:lnTo>
                    <a:pt x="2173541" y="7969"/>
                  </a:lnTo>
                  <a:lnTo>
                    <a:pt x="231247" y="9504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4" name="Google Shape;164;p37"/>
            <p:cNvSpPr/>
            <p:nvPr/>
          </p:nvSpPr>
          <p:spPr>
            <a:xfrm>
              <a:off x="10732016" y="-7969"/>
              <a:ext cx="1455658" cy="839394"/>
            </a:xfrm>
            <a:custGeom>
              <a:avLst/>
              <a:gdLst/>
              <a:ahLst/>
              <a:cxnLst/>
              <a:rect l="l" t="t" r="r" b="b"/>
              <a:pathLst>
                <a:path w="1455658" h="839394" extrusionOk="0">
                  <a:moveTo>
                    <a:pt x="123329" y="521168"/>
                  </a:moveTo>
                  <a:cubicBezTo>
                    <a:pt x="123329" y="521168"/>
                    <a:pt x="212581" y="698610"/>
                    <a:pt x="390022" y="834613"/>
                  </a:cubicBezTo>
                  <a:lnTo>
                    <a:pt x="1455734" y="317163"/>
                  </a:lnTo>
                  <a:lnTo>
                    <a:pt x="1456797" y="7969"/>
                  </a:lnTo>
                  <a:lnTo>
                    <a:pt x="14951" y="7969"/>
                  </a:lnTo>
                  <a:cubicBezTo>
                    <a:pt x="-5237" y="145035"/>
                    <a:pt x="16014" y="307601"/>
                    <a:pt x="109516" y="493543"/>
                  </a:cubicBezTo>
                  <a:lnTo>
                    <a:pt x="123329" y="5211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p37"/>
            <p:cNvSpPr/>
            <p:nvPr/>
          </p:nvSpPr>
          <p:spPr>
            <a:xfrm>
              <a:off x="11124635" y="1146995"/>
              <a:ext cx="1062524" cy="743767"/>
            </a:xfrm>
            <a:custGeom>
              <a:avLst/>
              <a:gdLst/>
              <a:ahLst/>
              <a:cxnLst/>
              <a:rect l="l" t="t" r="r" b="b"/>
              <a:pathLst>
                <a:path w="1062524" h="743766" extrusionOk="0">
                  <a:moveTo>
                    <a:pt x="1064178" y="7969"/>
                  </a:moveTo>
                  <a:lnTo>
                    <a:pt x="91968" y="480792"/>
                  </a:lnTo>
                  <a:cubicBezTo>
                    <a:pt x="91968" y="480792"/>
                    <a:pt x="-34472" y="543481"/>
                    <a:pt x="22904" y="658234"/>
                  </a:cubicBezTo>
                  <a:lnTo>
                    <a:pt x="25029" y="663546"/>
                  </a:lnTo>
                  <a:cubicBezTo>
                    <a:pt x="25029" y="663546"/>
                    <a:pt x="82405" y="780424"/>
                    <a:pt x="209908" y="718798"/>
                  </a:cubicBezTo>
                  <a:lnTo>
                    <a:pt x="1064178" y="302288"/>
                  </a:lnTo>
                  <a:lnTo>
                    <a:pt x="1064178" y="796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6" name="Google Shape;166;p37"/>
            <p:cNvSpPr/>
            <p:nvPr/>
          </p:nvSpPr>
          <p:spPr>
            <a:xfrm>
              <a:off x="11105057" y="1128932"/>
              <a:ext cx="1083775" cy="775643"/>
            </a:xfrm>
            <a:custGeom>
              <a:avLst/>
              <a:gdLst/>
              <a:ahLst/>
              <a:cxnLst/>
              <a:rect l="l" t="t" r="r" b="b"/>
              <a:pathLst>
                <a:path w="1083774" h="775642" extrusionOk="0">
                  <a:moveTo>
                    <a:pt x="219924" y="719860"/>
                  </a:moveTo>
                  <a:cubicBezTo>
                    <a:pt x="112609" y="771924"/>
                    <a:pt x="65858" y="683734"/>
                    <a:pt x="60545" y="674172"/>
                  </a:cubicBezTo>
                  <a:lnTo>
                    <a:pt x="58420" y="668859"/>
                  </a:lnTo>
                  <a:cubicBezTo>
                    <a:pt x="9544" y="571107"/>
                    <a:pt x="114734" y="519043"/>
                    <a:pt x="118984" y="515856"/>
                  </a:cubicBezTo>
                  <a:lnTo>
                    <a:pt x="1083756" y="48345"/>
                  </a:lnTo>
                  <a:lnTo>
                    <a:pt x="1083756" y="7969"/>
                  </a:lnTo>
                  <a:lnTo>
                    <a:pt x="103046" y="482917"/>
                  </a:lnTo>
                  <a:cubicBezTo>
                    <a:pt x="100921" y="483980"/>
                    <a:pt x="36107" y="516918"/>
                    <a:pt x="14856" y="578544"/>
                  </a:cubicBezTo>
                  <a:cubicBezTo>
                    <a:pt x="3169" y="613608"/>
                    <a:pt x="6356" y="649733"/>
                    <a:pt x="24419" y="686922"/>
                  </a:cubicBezTo>
                  <a:lnTo>
                    <a:pt x="26544" y="692234"/>
                  </a:lnTo>
                  <a:cubicBezTo>
                    <a:pt x="44607" y="726235"/>
                    <a:pt x="88171" y="775111"/>
                    <a:pt x="157235" y="775111"/>
                  </a:cubicBezTo>
                  <a:cubicBezTo>
                    <a:pt x="180610" y="775111"/>
                    <a:pt x="207173" y="768736"/>
                    <a:pt x="236924" y="754923"/>
                  </a:cubicBezTo>
                  <a:lnTo>
                    <a:pt x="1083756" y="344789"/>
                  </a:lnTo>
                  <a:lnTo>
                    <a:pt x="1083756" y="301226"/>
                  </a:lnTo>
                  <a:lnTo>
                    <a:pt x="219924" y="7198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7" name="Google Shape;167;p37"/>
            <p:cNvSpPr/>
            <p:nvPr/>
          </p:nvSpPr>
          <p:spPr>
            <a:xfrm>
              <a:off x="9994666" y="301226"/>
              <a:ext cx="2199425" cy="1636287"/>
            </a:xfrm>
            <a:custGeom>
              <a:avLst/>
              <a:gdLst/>
              <a:ahLst/>
              <a:cxnLst/>
              <a:rect l="l" t="t" r="r" b="b"/>
              <a:pathLst>
                <a:path w="2199425" h="1636287" extrusionOk="0">
                  <a:moveTo>
                    <a:pt x="538733" y="1550754"/>
                  </a:moveTo>
                  <a:cubicBezTo>
                    <a:pt x="228476" y="1701633"/>
                    <a:pt x="90348" y="1439189"/>
                    <a:pt x="86098" y="1428564"/>
                  </a:cubicBezTo>
                  <a:lnTo>
                    <a:pt x="80785" y="1416876"/>
                  </a:lnTo>
                  <a:cubicBezTo>
                    <a:pt x="24471" y="1303186"/>
                    <a:pt x="35097" y="1196934"/>
                    <a:pt x="115848" y="1102369"/>
                  </a:cubicBezTo>
                  <a:cubicBezTo>
                    <a:pt x="176412" y="1030117"/>
                    <a:pt x="256102" y="989741"/>
                    <a:pt x="257164" y="988679"/>
                  </a:cubicBezTo>
                  <a:lnTo>
                    <a:pt x="2193084" y="49407"/>
                  </a:lnTo>
                  <a:lnTo>
                    <a:pt x="2193084" y="7969"/>
                  </a:lnTo>
                  <a:lnTo>
                    <a:pt x="241226" y="954678"/>
                  </a:lnTo>
                  <a:cubicBezTo>
                    <a:pt x="234851" y="958928"/>
                    <a:pt x="74410" y="1037555"/>
                    <a:pt x="23409" y="1187371"/>
                  </a:cubicBezTo>
                  <a:cubicBezTo>
                    <a:pt x="-3154" y="1265998"/>
                    <a:pt x="4283" y="1348875"/>
                    <a:pt x="47847" y="1433876"/>
                  </a:cubicBezTo>
                  <a:lnTo>
                    <a:pt x="53160" y="1445564"/>
                  </a:lnTo>
                  <a:cubicBezTo>
                    <a:pt x="53160" y="1447689"/>
                    <a:pt x="150912" y="1635756"/>
                    <a:pt x="358104" y="1635756"/>
                  </a:cubicBezTo>
                  <a:cubicBezTo>
                    <a:pt x="415480" y="1635756"/>
                    <a:pt x="481357" y="1621943"/>
                    <a:pt x="555734" y="1585817"/>
                  </a:cubicBezTo>
                  <a:lnTo>
                    <a:pt x="2193084" y="789987"/>
                  </a:lnTo>
                  <a:lnTo>
                    <a:pt x="2193084" y="748548"/>
                  </a:lnTo>
                  <a:lnTo>
                    <a:pt x="538733" y="15507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68" name="Google Shape;168;p37"/>
          <p:cNvSpPr/>
          <p:nvPr/>
        </p:nvSpPr>
        <p:spPr>
          <a:xfrm>
            <a:off x="5731818" y="2267879"/>
            <a:ext cx="3672000" cy="165305"/>
          </a:xfrm>
          <a:custGeom>
            <a:avLst/>
            <a:gdLst/>
            <a:ahLst/>
            <a:cxnLst/>
            <a:rect l="l" t="t" r="r" b="b"/>
            <a:pathLst>
              <a:path w="3016875" h="165304" extrusionOk="0">
                <a:moveTo>
                  <a:pt x="2957222" y="159503"/>
                </a:moveTo>
                <a:lnTo>
                  <a:pt x="71329" y="159503"/>
                </a:lnTo>
                <a:cubicBezTo>
                  <a:pt x="36973" y="159503"/>
                  <a:pt x="9059" y="125171"/>
                  <a:pt x="9059" y="84480"/>
                </a:cubicBezTo>
                <a:lnTo>
                  <a:pt x="9059" y="84480"/>
                </a:lnTo>
                <a:cubicBezTo>
                  <a:pt x="9059" y="43790"/>
                  <a:pt x="36973" y="10729"/>
                  <a:pt x="71329" y="10729"/>
                </a:cubicBezTo>
                <a:lnTo>
                  <a:pt x="2956149" y="10729"/>
                </a:lnTo>
                <a:cubicBezTo>
                  <a:pt x="2990505" y="10729"/>
                  <a:pt x="3018419" y="43790"/>
                  <a:pt x="3018419" y="84480"/>
                </a:cubicBezTo>
                <a:lnTo>
                  <a:pt x="3018419" y="84480"/>
                </a:lnTo>
                <a:cubicBezTo>
                  <a:pt x="3019492" y="125171"/>
                  <a:pt x="2991578" y="159503"/>
                  <a:pt x="2957222" y="159503"/>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apositiva de título e imagen">
  <p:cSld name="Diapositiva de título e imagen">
    <p:spTree>
      <p:nvGrpSpPr>
        <p:cNvPr id="1" name="Shape 169"/>
        <p:cNvGrpSpPr/>
        <p:nvPr/>
      </p:nvGrpSpPr>
      <p:grpSpPr>
        <a:xfrm>
          <a:off x="0" y="0"/>
          <a:ext cx="0" cy="0"/>
          <a:chOff x="0" y="0"/>
          <a:chExt cx="0" cy="0"/>
        </a:xfrm>
      </p:grpSpPr>
      <p:sp>
        <p:nvSpPr>
          <p:cNvPr id="170" name="Google Shape;170;p38"/>
          <p:cNvSpPr>
            <a:spLocks noGrp="1"/>
          </p:cNvSpPr>
          <p:nvPr>
            <p:ph type="pic" idx="2"/>
          </p:nvPr>
        </p:nvSpPr>
        <p:spPr>
          <a:xfrm>
            <a:off x="0" y="1"/>
            <a:ext cx="12190660" cy="5569499"/>
          </a:xfrm>
          <a:prstGeom prst="rect">
            <a:avLst/>
          </a:prstGeom>
          <a:noFill/>
          <a:ln>
            <a:noFill/>
          </a:ln>
        </p:spPr>
      </p:sp>
      <p:sp>
        <p:nvSpPr>
          <p:cNvPr id="171" name="Google Shape;171;p38"/>
          <p:cNvSpPr/>
          <p:nvPr/>
        </p:nvSpPr>
        <p:spPr>
          <a:xfrm>
            <a:off x="7345849" y="-12701"/>
            <a:ext cx="4851878" cy="2298926"/>
          </a:xfrm>
          <a:custGeom>
            <a:avLst/>
            <a:gdLst/>
            <a:ahLst/>
            <a:cxnLst/>
            <a:rect l="l" t="t" r="r" b="b"/>
            <a:pathLst>
              <a:path w="4851877" h="2298926" extrusionOk="0">
                <a:moveTo>
                  <a:pt x="4844811" y="12701"/>
                </a:moveTo>
                <a:lnTo>
                  <a:pt x="2851985" y="12701"/>
                </a:lnTo>
                <a:lnTo>
                  <a:pt x="371430" y="1235832"/>
                </a:lnTo>
                <a:cubicBezTo>
                  <a:pt x="371430" y="1235832"/>
                  <a:pt x="-163292" y="1500018"/>
                  <a:pt x="72951" y="1977585"/>
                </a:cubicBezTo>
                <a:lnTo>
                  <a:pt x="81842" y="1995367"/>
                </a:lnTo>
                <a:cubicBezTo>
                  <a:pt x="81842" y="1995367"/>
                  <a:pt x="316815" y="2472934"/>
                  <a:pt x="851538" y="2210018"/>
                </a:cubicBezTo>
                <a:lnTo>
                  <a:pt x="4844811" y="240054"/>
                </a:lnTo>
                <a:lnTo>
                  <a:pt x="4844811" y="1270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2" name="Google Shape;172;p38"/>
          <p:cNvSpPr/>
          <p:nvPr/>
        </p:nvSpPr>
        <p:spPr>
          <a:xfrm>
            <a:off x="9782306" y="458515"/>
            <a:ext cx="2413238" cy="2578354"/>
          </a:xfrm>
          <a:custGeom>
            <a:avLst/>
            <a:gdLst/>
            <a:ahLst/>
            <a:cxnLst/>
            <a:rect l="l" t="t" r="r" b="b"/>
            <a:pathLst>
              <a:path w="2413237" h="2578353" extrusionOk="0">
                <a:moveTo>
                  <a:pt x="2408354" y="12701"/>
                </a:moveTo>
                <a:lnTo>
                  <a:pt x="487924" y="960215"/>
                </a:lnTo>
                <a:cubicBezTo>
                  <a:pt x="487924" y="960215"/>
                  <a:pt x="-250018" y="1324740"/>
                  <a:pt x="113238" y="2062683"/>
                </a:cubicBezTo>
                <a:lnTo>
                  <a:pt x="127209" y="2090626"/>
                </a:lnTo>
                <a:cubicBezTo>
                  <a:pt x="127209" y="2090626"/>
                  <a:pt x="491735" y="2828568"/>
                  <a:pt x="1229678" y="2465313"/>
                </a:cubicBezTo>
                <a:lnTo>
                  <a:pt x="2408354" y="1883595"/>
                </a:lnTo>
                <a:lnTo>
                  <a:pt x="2408354" y="127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3" name="Google Shape;173;p38"/>
          <p:cNvSpPr/>
          <p:nvPr/>
        </p:nvSpPr>
        <p:spPr>
          <a:xfrm>
            <a:off x="-12701" y="2355829"/>
            <a:ext cx="2857781" cy="2298926"/>
          </a:xfrm>
          <a:custGeom>
            <a:avLst/>
            <a:gdLst/>
            <a:ahLst/>
            <a:cxnLst/>
            <a:rect l="l" t="t" r="r" b="b"/>
            <a:pathLst>
              <a:path w="2857781" h="2298926" extrusionOk="0">
                <a:moveTo>
                  <a:pt x="2782844" y="306353"/>
                </a:moveTo>
                <a:cubicBezTo>
                  <a:pt x="2782844" y="306353"/>
                  <a:pt x="2547871" y="-171214"/>
                  <a:pt x="2013148" y="91702"/>
                </a:cubicBezTo>
                <a:lnTo>
                  <a:pt x="12701" y="1078589"/>
                </a:lnTo>
                <a:lnTo>
                  <a:pt x="12701" y="2289019"/>
                </a:lnTo>
                <a:lnTo>
                  <a:pt x="2491985" y="1065888"/>
                </a:lnTo>
                <a:cubicBezTo>
                  <a:pt x="2491985" y="1065888"/>
                  <a:pt x="3026708" y="801702"/>
                  <a:pt x="2790465" y="324135"/>
                </a:cubicBezTo>
                <a:lnTo>
                  <a:pt x="2782844" y="30635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4" name="Google Shape;174;p38"/>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38"/>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6" name="Google Shape;176;p38"/>
          <p:cNvSpPr txBox="1">
            <a:spLocks noGrp="1"/>
          </p:cNvSpPr>
          <p:nvPr>
            <p:ph type="title"/>
          </p:nvPr>
        </p:nvSpPr>
        <p:spPr>
          <a:xfrm>
            <a:off x="838200" y="4349863"/>
            <a:ext cx="10515600" cy="7826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Century Gothic"/>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38"/>
          <p:cNvSpPr txBox="1">
            <a:spLocks noGrp="1"/>
          </p:cNvSpPr>
          <p:nvPr>
            <p:ph type="ftr" idx="11"/>
          </p:nvPr>
        </p:nvSpPr>
        <p:spPr>
          <a:xfrm>
            <a:off x="812290" y="5797769"/>
            <a:ext cx="23881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38"/>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179" name="Google Shape;179;p38"/>
          <p:cNvSpPr txBox="1">
            <a:spLocks noGrp="1"/>
          </p:cNvSpPr>
          <p:nvPr>
            <p:ph type="body" idx="1"/>
          </p:nvPr>
        </p:nvSpPr>
        <p:spPr>
          <a:xfrm>
            <a:off x="2412987" y="5718810"/>
            <a:ext cx="7366026" cy="94653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accent1"/>
              </a:buClr>
              <a:buSzPts val="1800"/>
              <a:buNone/>
              <a:defRPr sz="1800" b="1" i="0"/>
            </a:lvl1pPr>
            <a:lvl2pPr marL="914400" lvl="1" indent="-228600" algn="l">
              <a:lnSpc>
                <a:spcPct val="90000"/>
              </a:lnSpc>
              <a:spcBef>
                <a:spcPts val="500"/>
              </a:spcBef>
              <a:spcAft>
                <a:spcPts val="0"/>
              </a:spcAft>
              <a:buClr>
                <a:schemeClr val="accent1"/>
              </a:buClr>
              <a:buSzPts val="1800"/>
              <a:buNone/>
              <a:defRPr sz="1800" b="1" i="1"/>
            </a:lvl2pPr>
            <a:lvl3pPr marL="1371600" lvl="2" indent="-228600" algn="l">
              <a:lnSpc>
                <a:spcPct val="90000"/>
              </a:lnSpc>
              <a:spcBef>
                <a:spcPts val="500"/>
              </a:spcBef>
              <a:spcAft>
                <a:spcPts val="0"/>
              </a:spcAft>
              <a:buClr>
                <a:schemeClr val="accent1"/>
              </a:buClr>
              <a:buSzPts val="1800"/>
              <a:buNone/>
              <a:defRPr sz="1800" b="1" i="1"/>
            </a:lvl3pPr>
            <a:lvl4pPr marL="1828800" lvl="3" indent="-228600" algn="l">
              <a:lnSpc>
                <a:spcPct val="90000"/>
              </a:lnSpc>
              <a:spcBef>
                <a:spcPts val="500"/>
              </a:spcBef>
              <a:spcAft>
                <a:spcPts val="0"/>
              </a:spcAft>
              <a:buClr>
                <a:schemeClr val="accent1"/>
              </a:buClr>
              <a:buSzPts val="1800"/>
              <a:buNone/>
              <a:defRPr sz="1800" b="1" i="1"/>
            </a:lvl4pPr>
            <a:lvl5pPr marL="2286000" lvl="4" indent="-228600" algn="l">
              <a:lnSpc>
                <a:spcPct val="90000"/>
              </a:lnSpc>
              <a:spcBef>
                <a:spcPts val="500"/>
              </a:spcBef>
              <a:spcAft>
                <a:spcPts val="0"/>
              </a:spcAft>
              <a:buClr>
                <a:schemeClr val="accent1"/>
              </a:buClr>
              <a:buSzPts val="1800"/>
              <a:buNone/>
              <a:defRPr sz="1800" b="1" i="1"/>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80" name="Google Shape;180;p38"/>
          <p:cNvPicPr preferRelativeResize="0"/>
          <p:nvPr/>
        </p:nvPicPr>
        <p:blipFill rotWithShape="1">
          <a:blip r:embed="rId2">
            <a:alphaModFix/>
          </a:blip>
          <a:srcRect/>
          <a:stretch/>
        </p:blipFill>
        <p:spPr>
          <a:xfrm>
            <a:off x="4762500" y="5155439"/>
            <a:ext cx="2667000" cy="139903"/>
          </a:xfrm>
          <a:prstGeom prst="rect">
            <a:avLst/>
          </a:prstGeom>
          <a:noFill/>
          <a:ln>
            <a:noFill/>
          </a:ln>
        </p:spPr>
      </p:pic>
      <p:sp>
        <p:nvSpPr>
          <p:cNvPr id="181" name="Google Shape;181;p38"/>
          <p:cNvSpPr/>
          <p:nvPr/>
        </p:nvSpPr>
        <p:spPr>
          <a:xfrm>
            <a:off x="8826099" y="2044901"/>
            <a:ext cx="736673" cy="736673"/>
          </a:xfrm>
          <a:custGeom>
            <a:avLst/>
            <a:gdLst/>
            <a:ahLst/>
            <a:cxnLst/>
            <a:rect l="l" t="t" r="r" b="b"/>
            <a:pathLst>
              <a:path w="736672" h="736672" extrusionOk="0">
                <a:moveTo>
                  <a:pt x="372146" y="731592"/>
                </a:moveTo>
                <a:cubicBezTo>
                  <a:pt x="570286" y="731592"/>
                  <a:pt x="731592" y="570286"/>
                  <a:pt x="731592" y="372147"/>
                </a:cubicBezTo>
                <a:cubicBezTo>
                  <a:pt x="731592" y="174007"/>
                  <a:pt x="570286" y="12701"/>
                  <a:pt x="372146" y="12701"/>
                </a:cubicBezTo>
                <a:cubicBezTo>
                  <a:pt x="174007" y="12701"/>
                  <a:pt x="12701" y="174007"/>
                  <a:pt x="12701" y="372147"/>
                </a:cubicBezTo>
                <a:cubicBezTo>
                  <a:pt x="12701" y="570286"/>
                  <a:pt x="174007" y="731592"/>
                  <a:pt x="372146" y="73159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 name="Google Shape;182;p38"/>
          <p:cNvSpPr/>
          <p:nvPr/>
        </p:nvSpPr>
        <p:spPr>
          <a:xfrm>
            <a:off x="8810222" y="2029025"/>
            <a:ext cx="774776" cy="774776"/>
          </a:xfrm>
          <a:custGeom>
            <a:avLst/>
            <a:gdLst/>
            <a:ahLst/>
            <a:cxnLst/>
            <a:rect l="l" t="t" r="r" b="b"/>
            <a:pathLst>
              <a:path w="774776" h="774776" extrusionOk="0">
                <a:moveTo>
                  <a:pt x="388023" y="766521"/>
                </a:moveTo>
                <a:cubicBezTo>
                  <a:pt x="179722" y="766521"/>
                  <a:pt x="9526" y="596324"/>
                  <a:pt x="9526" y="388023"/>
                </a:cubicBezTo>
                <a:cubicBezTo>
                  <a:pt x="9526" y="179723"/>
                  <a:pt x="179722" y="9526"/>
                  <a:pt x="388023" y="9526"/>
                </a:cubicBezTo>
                <a:cubicBezTo>
                  <a:pt x="596323" y="9526"/>
                  <a:pt x="766520" y="179723"/>
                  <a:pt x="766520" y="388023"/>
                </a:cubicBezTo>
                <a:cubicBezTo>
                  <a:pt x="766520" y="596324"/>
                  <a:pt x="596323" y="766521"/>
                  <a:pt x="388023" y="766521"/>
                </a:cubicBezTo>
                <a:close/>
                <a:moveTo>
                  <a:pt x="388023" y="48900"/>
                </a:moveTo>
                <a:cubicBezTo>
                  <a:pt x="200045" y="48900"/>
                  <a:pt x="47630" y="201315"/>
                  <a:pt x="47630" y="389293"/>
                </a:cubicBezTo>
                <a:cubicBezTo>
                  <a:pt x="47630" y="577272"/>
                  <a:pt x="200045" y="729687"/>
                  <a:pt x="388023" y="729687"/>
                </a:cubicBezTo>
                <a:cubicBezTo>
                  <a:pt x="576001" y="729687"/>
                  <a:pt x="728416" y="577272"/>
                  <a:pt x="728416" y="389293"/>
                </a:cubicBezTo>
                <a:cubicBezTo>
                  <a:pt x="728416" y="201315"/>
                  <a:pt x="576001" y="48900"/>
                  <a:pt x="388023" y="4890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38"/>
          <p:cNvSpPr/>
          <p:nvPr/>
        </p:nvSpPr>
        <p:spPr>
          <a:xfrm>
            <a:off x="7329938" y="-9526"/>
            <a:ext cx="4864579" cy="2311628"/>
          </a:xfrm>
          <a:custGeom>
            <a:avLst/>
            <a:gdLst/>
            <a:ahLst/>
            <a:cxnLst/>
            <a:rect l="l" t="t" r="r" b="b"/>
            <a:pathLst>
              <a:path w="4864578" h="2311627" extrusionOk="0">
                <a:moveTo>
                  <a:pt x="2911080" y="9526"/>
                </a:moveTo>
                <a:lnTo>
                  <a:pt x="2824712" y="9526"/>
                </a:lnTo>
                <a:lnTo>
                  <a:pt x="378451" y="1216145"/>
                </a:lnTo>
                <a:cubicBezTo>
                  <a:pt x="373371" y="1218685"/>
                  <a:pt x="240007" y="1284732"/>
                  <a:pt x="134587" y="1413014"/>
                </a:cubicBezTo>
                <a:cubicBezTo>
                  <a:pt x="35518" y="1532406"/>
                  <a:pt x="-54662" y="1728005"/>
                  <a:pt x="71081" y="1983300"/>
                </a:cubicBezTo>
                <a:lnTo>
                  <a:pt x="79972" y="2001082"/>
                </a:lnTo>
                <a:cubicBezTo>
                  <a:pt x="82512" y="2006163"/>
                  <a:pt x="142208" y="2125554"/>
                  <a:pt x="270491" y="2214463"/>
                </a:cubicBezTo>
                <a:cubicBezTo>
                  <a:pt x="339077" y="2261458"/>
                  <a:pt x="436877" y="2304642"/>
                  <a:pt x="561349" y="2304642"/>
                </a:cubicBezTo>
                <a:cubicBezTo>
                  <a:pt x="651528" y="2304642"/>
                  <a:pt x="755678" y="2283050"/>
                  <a:pt x="875070" y="2223354"/>
                </a:cubicBezTo>
                <a:lnTo>
                  <a:pt x="4860722" y="258470"/>
                </a:lnTo>
                <a:lnTo>
                  <a:pt x="4860722" y="216556"/>
                </a:lnTo>
                <a:lnTo>
                  <a:pt x="858558" y="2189061"/>
                </a:lnTo>
                <a:cubicBezTo>
                  <a:pt x="643907" y="2294481"/>
                  <a:pt x="454659" y="2293211"/>
                  <a:pt x="293353" y="2182710"/>
                </a:cubicBezTo>
                <a:cubicBezTo>
                  <a:pt x="172691" y="2100152"/>
                  <a:pt x="114265" y="1984570"/>
                  <a:pt x="114265" y="1983300"/>
                </a:cubicBezTo>
                <a:lnTo>
                  <a:pt x="105374" y="1965519"/>
                </a:lnTo>
                <a:cubicBezTo>
                  <a:pt x="11385" y="1775000"/>
                  <a:pt x="30437" y="1597182"/>
                  <a:pt x="163800" y="1437147"/>
                </a:cubicBezTo>
                <a:cubicBezTo>
                  <a:pt x="264140" y="1315215"/>
                  <a:pt x="394963" y="1250438"/>
                  <a:pt x="396233" y="1249168"/>
                </a:cubicBezTo>
                <a:lnTo>
                  <a:pt x="396233" y="1249168"/>
                </a:lnTo>
                <a:lnTo>
                  <a:pt x="2911080" y="952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 name="Google Shape;184;p38"/>
          <p:cNvSpPr/>
          <p:nvPr/>
        </p:nvSpPr>
        <p:spPr>
          <a:xfrm>
            <a:off x="9766949" y="442639"/>
            <a:ext cx="2425939" cy="2603756"/>
          </a:xfrm>
          <a:custGeom>
            <a:avLst/>
            <a:gdLst/>
            <a:ahLst/>
            <a:cxnLst/>
            <a:rect l="l" t="t" r="r" b="b"/>
            <a:pathLst>
              <a:path w="2425938" h="2603756" extrusionOk="0">
                <a:moveTo>
                  <a:pt x="2423711" y="1877880"/>
                </a:moveTo>
                <a:lnTo>
                  <a:pt x="1236144" y="2463408"/>
                </a:lnTo>
                <a:cubicBezTo>
                  <a:pt x="937665" y="2610742"/>
                  <a:pt x="665858" y="2594231"/>
                  <a:pt x="429615" y="2415143"/>
                </a:cubicBezTo>
                <a:cubicBezTo>
                  <a:pt x="251797" y="2280510"/>
                  <a:pt x="160348" y="2098882"/>
                  <a:pt x="160348" y="2097612"/>
                </a:cubicBezTo>
                <a:lnTo>
                  <a:pt x="146377" y="2069669"/>
                </a:lnTo>
                <a:cubicBezTo>
                  <a:pt x="-957" y="1771190"/>
                  <a:pt x="15554" y="1499383"/>
                  <a:pt x="194642" y="1263139"/>
                </a:cubicBezTo>
                <a:cubicBezTo>
                  <a:pt x="329275" y="1085322"/>
                  <a:pt x="509632" y="995143"/>
                  <a:pt x="512173" y="993873"/>
                </a:cubicBezTo>
                <a:lnTo>
                  <a:pt x="2423711" y="51440"/>
                </a:lnTo>
                <a:lnTo>
                  <a:pt x="2423711" y="9526"/>
                </a:lnTo>
                <a:lnTo>
                  <a:pt x="494391" y="960850"/>
                </a:lnTo>
                <a:cubicBezTo>
                  <a:pt x="486770" y="964660"/>
                  <a:pt x="303873" y="1056109"/>
                  <a:pt x="164159" y="1240277"/>
                </a:cubicBezTo>
                <a:cubicBezTo>
                  <a:pt x="34606" y="1411744"/>
                  <a:pt x="-80976" y="1697522"/>
                  <a:pt x="112083" y="2088721"/>
                </a:cubicBezTo>
                <a:lnTo>
                  <a:pt x="126055" y="2116664"/>
                </a:lnTo>
                <a:cubicBezTo>
                  <a:pt x="129865" y="2124284"/>
                  <a:pt x="221315" y="2307182"/>
                  <a:pt x="405483" y="2446896"/>
                </a:cubicBezTo>
                <a:cubicBezTo>
                  <a:pt x="510903" y="2526914"/>
                  <a:pt x="660778" y="2601851"/>
                  <a:pt x="851296" y="2601851"/>
                </a:cubicBezTo>
                <a:cubicBezTo>
                  <a:pt x="969418" y="2601851"/>
                  <a:pt x="1104052" y="2572638"/>
                  <a:pt x="1252656" y="2498971"/>
                </a:cubicBezTo>
                <a:lnTo>
                  <a:pt x="2422441" y="1922334"/>
                </a:lnTo>
                <a:lnTo>
                  <a:pt x="2422441" y="18778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38"/>
          <p:cNvSpPr/>
          <p:nvPr/>
        </p:nvSpPr>
        <p:spPr>
          <a:xfrm>
            <a:off x="-9526" y="2340318"/>
            <a:ext cx="2870483" cy="2540250"/>
          </a:xfrm>
          <a:custGeom>
            <a:avLst/>
            <a:gdLst/>
            <a:ahLst/>
            <a:cxnLst/>
            <a:rect l="l" t="t" r="r" b="b"/>
            <a:pathLst>
              <a:path w="2870482" h="2540250" extrusionOk="0">
                <a:moveTo>
                  <a:pt x="2481189" y="1064887"/>
                </a:moveTo>
                <a:lnTo>
                  <a:pt x="1678470" y="1461166"/>
                </a:lnTo>
                <a:cubicBezTo>
                  <a:pt x="1640366" y="1423062"/>
                  <a:pt x="1556538" y="1374797"/>
                  <a:pt x="1406664" y="1448465"/>
                </a:cubicBezTo>
                <a:lnTo>
                  <a:pt x="9526" y="2136873"/>
                </a:lnTo>
                <a:lnTo>
                  <a:pt x="9526" y="2531882"/>
                </a:lnTo>
                <a:lnTo>
                  <a:pt x="1564159" y="1765996"/>
                </a:lnTo>
                <a:cubicBezTo>
                  <a:pt x="1564159" y="1765996"/>
                  <a:pt x="1785161" y="1656765"/>
                  <a:pt x="1708953" y="1500540"/>
                </a:cubicBezTo>
                <a:lnTo>
                  <a:pt x="1706413" y="1494189"/>
                </a:lnTo>
                <a:cubicBezTo>
                  <a:pt x="1706413" y="1494189"/>
                  <a:pt x="1705143" y="1492919"/>
                  <a:pt x="1703873" y="1490379"/>
                </a:cubicBezTo>
                <a:lnTo>
                  <a:pt x="2498971" y="1097910"/>
                </a:lnTo>
                <a:cubicBezTo>
                  <a:pt x="2504051" y="1095370"/>
                  <a:pt x="3047665" y="819753"/>
                  <a:pt x="2806341" y="330755"/>
                </a:cubicBezTo>
                <a:lnTo>
                  <a:pt x="2797450" y="312973"/>
                </a:lnTo>
                <a:cubicBezTo>
                  <a:pt x="2794910" y="307892"/>
                  <a:pt x="2547236" y="-178566"/>
                  <a:pt x="2002352" y="90701"/>
                </a:cubicBezTo>
                <a:lnTo>
                  <a:pt x="9526" y="1073778"/>
                </a:lnTo>
                <a:lnTo>
                  <a:pt x="9526" y="1115692"/>
                </a:lnTo>
                <a:lnTo>
                  <a:pt x="2017594" y="124994"/>
                </a:lnTo>
                <a:cubicBezTo>
                  <a:pt x="2232245" y="19574"/>
                  <a:pt x="2421493" y="20844"/>
                  <a:pt x="2582799" y="131345"/>
                </a:cubicBezTo>
                <a:cubicBezTo>
                  <a:pt x="2703461" y="213903"/>
                  <a:pt x="2761887" y="329484"/>
                  <a:pt x="2761887" y="330755"/>
                </a:cubicBezTo>
                <a:lnTo>
                  <a:pt x="2770778" y="348536"/>
                </a:lnTo>
                <a:cubicBezTo>
                  <a:pt x="2864767" y="539055"/>
                  <a:pt x="2845715" y="716873"/>
                  <a:pt x="2712352" y="876908"/>
                </a:cubicBezTo>
                <a:cubicBezTo>
                  <a:pt x="2613282" y="998840"/>
                  <a:pt x="2482459" y="1063617"/>
                  <a:pt x="2481189" y="10648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86"/>
        <p:cNvGrpSpPr/>
        <p:nvPr/>
      </p:nvGrpSpPr>
      <p:grpSpPr>
        <a:xfrm>
          <a:off x="0" y="0"/>
          <a:ext cx="0" cy="0"/>
          <a:chOff x="0" y="0"/>
          <a:chExt cx="0" cy="0"/>
        </a:xfrm>
      </p:grpSpPr>
      <p:sp>
        <p:nvSpPr>
          <p:cNvPr id="187" name="Google Shape;187;p39"/>
          <p:cNvSpPr txBox="1">
            <a:spLocks noGrp="1"/>
          </p:cNvSpPr>
          <p:nvPr>
            <p:ph type="title"/>
          </p:nvPr>
        </p:nvSpPr>
        <p:spPr>
          <a:xfrm>
            <a:off x="758588" y="1436921"/>
            <a:ext cx="5690680" cy="1517356"/>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39"/>
          <p:cNvSpPr/>
          <p:nvPr/>
        </p:nvSpPr>
        <p:spPr>
          <a:xfrm>
            <a:off x="8069104" y="5422164"/>
            <a:ext cx="736673" cy="736673"/>
          </a:xfrm>
          <a:custGeom>
            <a:avLst/>
            <a:gdLst/>
            <a:ahLst/>
            <a:cxnLst/>
            <a:rect l="l" t="t" r="r" b="b"/>
            <a:pathLst>
              <a:path w="736672" h="736672" extrusionOk="0">
                <a:moveTo>
                  <a:pt x="372146" y="731592"/>
                </a:moveTo>
                <a:cubicBezTo>
                  <a:pt x="570286" y="731592"/>
                  <a:pt x="731592" y="570286"/>
                  <a:pt x="731592" y="372147"/>
                </a:cubicBezTo>
                <a:cubicBezTo>
                  <a:pt x="731592" y="174007"/>
                  <a:pt x="570286" y="12701"/>
                  <a:pt x="372146" y="12701"/>
                </a:cubicBezTo>
                <a:cubicBezTo>
                  <a:pt x="174007" y="12701"/>
                  <a:pt x="12701" y="174007"/>
                  <a:pt x="12701" y="372147"/>
                </a:cubicBezTo>
                <a:cubicBezTo>
                  <a:pt x="12701" y="570286"/>
                  <a:pt x="174007" y="731592"/>
                  <a:pt x="372146" y="73159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39"/>
          <p:cNvSpPr/>
          <p:nvPr/>
        </p:nvSpPr>
        <p:spPr>
          <a:xfrm>
            <a:off x="9029960" y="3463631"/>
            <a:ext cx="3175313" cy="2946690"/>
          </a:xfrm>
          <a:custGeom>
            <a:avLst/>
            <a:gdLst/>
            <a:ahLst/>
            <a:cxnLst/>
            <a:rect l="l" t="t" r="r" b="b"/>
            <a:pathLst>
              <a:path w="3175312" h="2946690" extrusionOk="0">
                <a:moveTo>
                  <a:pt x="3162808" y="12701"/>
                </a:moveTo>
                <a:lnTo>
                  <a:pt x="487925" y="1331091"/>
                </a:lnTo>
                <a:cubicBezTo>
                  <a:pt x="487925" y="1331091"/>
                  <a:pt x="-250018" y="1695617"/>
                  <a:pt x="113238" y="2433559"/>
                </a:cubicBezTo>
                <a:lnTo>
                  <a:pt x="127209" y="2461502"/>
                </a:lnTo>
                <a:cubicBezTo>
                  <a:pt x="127209" y="2461502"/>
                  <a:pt x="491735" y="3199445"/>
                  <a:pt x="1229677" y="2836189"/>
                </a:cubicBezTo>
                <a:lnTo>
                  <a:pt x="3162808" y="1882325"/>
                </a:lnTo>
                <a:lnTo>
                  <a:pt x="3162808" y="127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39"/>
          <p:cNvSpPr/>
          <p:nvPr/>
        </p:nvSpPr>
        <p:spPr>
          <a:xfrm>
            <a:off x="11043829" y="4566099"/>
            <a:ext cx="1155814" cy="863685"/>
          </a:xfrm>
          <a:custGeom>
            <a:avLst/>
            <a:gdLst/>
            <a:ahLst/>
            <a:cxnLst/>
            <a:rect l="l" t="t" r="r" b="b"/>
            <a:pathLst>
              <a:path w="1155813" h="863685" extrusionOk="0">
                <a:moveTo>
                  <a:pt x="1148938" y="12701"/>
                </a:moveTo>
                <a:lnTo>
                  <a:pt x="173482" y="494079"/>
                </a:lnTo>
                <a:cubicBezTo>
                  <a:pt x="173482" y="494079"/>
                  <a:pt x="-47520" y="603309"/>
                  <a:pt x="28688" y="759535"/>
                </a:cubicBezTo>
                <a:lnTo>
                  <a:pt x="31228" y="765885"/>
                </a:lnTo>
                <a:cubicBezTo>
                  <a:pt x="31228" y="765885"/>
                  <a:pt x="108705" y="922111"/>
                  <a:pt x="329707" y="812880"/>
                </a:cubicBezTo>
                <a:lnTo>
                  <a:pt x="1147668" y="408980"/>
                </a:lnTo>
                <a:lnTo>
                  <a:pt x="1147668" y="1270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39"/>
          <p:cNvSpPr/>
          <p:nvPr/>
        </p:nvSpPr>
        <p:spPr>
          <a:xfrm>
            <a:off x="10743661" y="-1689"/>
            <a:ext cx="1447943" cy="1003399"/>
          </a:xfrm>
          <a:custGeom>
            <a:avLst/>
            <a:gdLst/>
            <a:ahLst/>
            <a:cxnLst/>
            <a:rect l="l" t="t" r="r" b="b"/>
            <a:pathLst>
              <a:path w="1447942" h="1003398" extrusionOk="0">
                <a:moveTo>
                  <a:pt x="1446147" y="12701"/>
                </a:moveTo>
                <a:lnTo>
                  <a:pt x="173482" y="640143"/>
                </a:lnTo>
                <a:cubicBezTo>
                  <a:pt x="173482" y="640143"/>
                  <a:pt x="-47520" y="749374"/>
                  <a:pt x="28688" y="905599"/>
                </a:cubicBezTo>
                <a:lnTo>
                  <a:pt x="31227" y="911950"/>
                </a:lnTo>
                <a:cubicBezTo>
                  <a:pt x="31227" y="911950"/>
                  <a:pt x="108705" y="1068175"/>
                  <a:pt x="329707" y="958944"/>
                </a:cubicBezTo>
                <a:lnTo>
                  <a:pt x="1446147" y="408980"/>
                </a:lnTo>
                <a:lnTo>
                  <a:pt x="1446147" y="1270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39"/>
          <p:cNvSpPr/>
          <p:nvPr/>
        </p:nvSpPr>
        <p:spPr>
          <a:xfrm>
            <a:off x="6536780" y="-12701"/>
            <a:ext cx="4978890" cy="2133810"/>
          </a:xfrm>
          <a:custGeom>
            <a:avLst/>
            <a:gdLst/>
            <a:ahLst/>
            <a:cxnLst/>
            <a:rect l="l" t="t" r="r" b="b"/>
            <a:pathLst>
              <a:path w="4978890" h="2133810" extrusionOk="0">
                <a:moveTo>
                  <a:pt x="2515401" y="12701"/>
                </a:moveTo>
                <a:lnTo>
                  <a:pt x="371430" y="1069445"/>
                </a:lnTo>
                <a:cubicBezTo>
                  <a:pt x="371430" y="1069445"/>
                  <a:pt x="-163293" y="1333631"/>
                  <a:pt x="72951" y="1811198"/>
                </a:cubicBezTo>
                <a:lnTo>
                  <a:pt x="81841" y="1828980"/>
                </a:lnTo>
                <a:cubicBezTo>
                  <a:pt x="81841" y="1828980"/>
                  <a:pt x="316814" y="2306547"/>
                  <a:pt x="851538" y="2043631"/>
                </a:cubicBezTo>
                <a:lnTo>
                  <a:pt x="4968013" y="12701"/>
                </a:lnTo>
                <a:lnTo>
                  <a:pt x="2515401" y="1270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39"/>
          <p:cNvSpPr/>
          <p:nvPr/>
        </p:nvSpPr>
        <p:spPr>
          <a:xfrm>
            <a:off x="6518963" y="-12701"/>
            <a:ext cx="5029695" cy="2146511"/>
          </a:xfrm>
          <a:custGeom>
            <a:avLst/>
            <a:gdLst/>
            <a:ahLst/>
            <a:cxnLst/>
            <a:rect l="l" t="t" r="r" b="b"/>
            <a:pathLst>
              <a:path w="5029695" h="2146511" extrusionOk="0">
                <a:moveTo>
                  <a:pt x="4942646" y="12701"/>
                </a:moveTo>
                <a:lnTo>
                  <a:pt x="860464" y="2025849"/>
                </a:lnTo>
                <a:cubicBezTo>
                  <a:pt x="645812" y="2131270"/>
                  <a:pt x="456564" y="2130000"/>
                  <a:pt x="295258" y="2019499"/>
                </a:cubicBezTo>
                <a:cubicBezTo>
                  <a:pt x="174596" y="1936941"/>
                  <a:pt x="116171" y="1821359"/>
                  <a:pt x="116171" y="1820089"/>
                </a:cubicBezTo>
                <a:lnTo>
                  <a:pt x="107280" y="1802307"/>
                </a:lnTo>
                <a:cubicBezTo>
                  <a:pt x="13290" y="1611789"/>
                  <a:pt x="32342" y="1433971"/>
                  <a:pt x="165705" y="1273935"/>
                </a:cubicBezTo>
                <a:cubicBezTo>
                  <a:pt x="266045" y="1153274"/>
                  <a:pt x="395598" y="1087227"/>
                  <a:pt x="398138" y="1085957"/>
                </a:cubicBezTo>
                <a:lnTo>
                  <a:pt x="2576402" y="12701"/>
                </a:lnTo>
                <a:lnTo>
                  <a:pt x="2490034" y="12701"/>
                </a:lnTo>
                <a:lnTo>
                  <a:pt x="381626" y="1052934"/>
                </a:lnTo>
                <a:cubicBezTo>
                  <a:pt x="376546" y="1055474"/>
                  <a:pt x="243183" y="1121520"/>
                  <a:pt x="137762" y="1249803"/>
                </a:cubicBezTo>
                <a:cubicBezTo>
                  <a:pt x="38693" y="1369195"/>
                  <a:pt x="-51486" y="1564794"/>
                  <a:pt x="74256" y="1820089"/>
                </a:cubicBezTo>
                <a:lnTo>
                  <a:pt x="83147" y="1837871"/>
                </a:lnTo>
                <a:cubicBezTo>
                  <a:pt x="85687" y="1842952"/>
                  <a:pt x="145383" y="1962343"/>
                  <a:pt x="273666" y="2051252"/>
                </a:cubicBezTo>
                <a:cubicBezTo>
                  <a:pt x="342253" y="2098247"/>
                  <a:pt x="440053" y="2141431"/>
                  <a:pt x="564525" y="2141431"/>
                </a:cubicBezTo>
                <a:cubicBezTo>
                  <a:pt x="654703" y="2141431"/>
                  <a:pt x="758854" y="2119839"/>
                  <a:pt x="878246" y="2060143"/>
                </a:cubicBezTo>
                <a:lnTo>
                  <a:pt x="5029014" y="12701"/>
                </a:lnTo>
                <a:lnTo>
                  <a:pt x="4942646" y="1270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39"/>
          <p:cNvSpPr/>
          <p:nvPr/>
        </p:nvSpPr>
        <p:spPr>
          <a:xfrm>
            <a:off x="895717" y="3124629"/>
            <a:ext cx="2158296" cy="151200"/>
          </a:xfrm>
          <a:custGeom>
            <a:avLst/>
            <a:gdLst/>
            <a:ahLst/>
            <a:cxnLst/>
            <a:rect l="l" t="t" r="r" b="b"/>
            <a:pathLst>
              <a:path w="2158295" h="165045" extrusionOk="0">
                <a:moveTo>
                  <a:pt x="2087180" y="153601"/>
                </a:moveTo>
                <a:lnTo>
                  <a:pt x="82504" y="153601"/>
                </a:lnTo>
                <a:cubicBezTo>
                  <a:pt x="44417" y="153601"/>
                  <a:pt x="12677" y="121861"/>
                  <a:pt x="12677" y="83774"/>
                </a:cubicBezTo>
                <a:lnTo>
                  <a:pt x="12677" y="83774"/>
                </a:lnTo>
                <a:cubicBezTo>
                  <a:pt x="12677" y="44417"/>
                  <a:pt x="44417" y="12677"/>
                  <a:pt x="82504" y="12677"/>
                </a:cubicBezTo>
                <a:lnTo>
                  <a:pt x="2087180" y="12677"/>
                </a:lnTo>
                <a:cubicBezTo>
                  <a:pt x="2125268" y="12677"/>
                  <a:pt x="2157008" y="44417"/>
                  <a:pt x="2157008" y="82504"/>
                </a:cubicBezTo>
                <a:lnTo>
                  <a:pt x="2157008" y="82504"/>
                </a:lnTo>
                <a:cubicBezTo>
                  <a:pt x="2157008" y="121861"/>
                  <a:pt x="2126538" y="153601"/>
                  <a:pt x="2087180" y="153601"/>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5" name="Google Shape;195;p39"/>
          <p:cNvSpPr/>
          <p:nvPr/>
        </p:nvSpPr>
        <p:spPr>
          <a:xfrm>
            <a:off x="-7816" y="5057878"/>
            <a:ext cx="715108" cy="949829"/>
          </a:xfrm>
          <a:custGeom>
            <a:avLst/>
            <a:gdLst/>
            <a:ahLst/>
            <a:cxnLst/>
            <a:rect l="l" t="t" r="r" b="b"/>
            <a:pathLst>
              <a:path w="723600" h="1015200" extrusionOk="0">
                <a:moveTo>
                  <a:pt x="217522" y="9082"/>
                </a:moveTo>
                <a:lnTo>
                  <a:pt x="9082" y="9082"/>
                </a:lnTo>
                <a:lnTo>
                  <a:pt x="9082" y="1010242"/>
                </a:lnTo>
                <a:lnTo>
                  <a:pt x="217522" y="1010242"/>
                </a:lnTo>
                <a:cubicBezTo>
                  <a:pt x="217522" y="1010242"/>
                  <a:pt x="716482" y="1010242"/>
                  <a:pt x="716482" y="518842"/>
                </a:cubicBezTo>
                <a:lnTo>
                  <a:pt x="716482" y="500482"/>
                </a:lnTo>
                <a:cubicBezTo>
                  <a:pt x="716482" y="500482"/>
                  <a:pt x="716482" y="9082"/>
                  <a:pt x="217522" y="908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6" name="Google Shape;196;p39"/>
          <p:cNvSpPr txBox="1">
            <a:spLocks noGrp="1"/>
          </p:cNvSpPr>
          <p:nvPr>
            <p:ph type="subTitle" idx="1"/>
          </p:nvPr>
        </p:nvSpPr>
        <p:spPr>
          <a:xfrm>
            <a:off x="758588" y="3429000"/>
            <a:ext cx="3629300" cy="94619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accent1"/>
              </a:buClr>
              <a:buSzPts val="2800"/>
              <a:buNone/>
              <a:defRPr b="1" i="0"/>
            </a:lvl1pPr>
            <a:lvl2pPr lvl="1" algn="l">
              <a:lnSpc>
                <a:spcPct val="90000"/>
              </a:lnSpc>
              <a:spcBef>
                <a:spcPts val="500"/>
              </a:spcBef>
              <a:spcAft>
                <a:spcPts val="0"/>
              </a:spcAft>
              <a:buClr>
                <a:schemeClr val="accent1"/>
              </a:buClr>
              <a:buSzPts val="1800"/>
              <a:buChar char="•"/>
              <a:defRPr/>
            </a:lvl2pPr>
            <a:lvl3pPr lvl="2" algn="l">
              <a:lnSpc>
                <a:spcPct val="90000"/>
              </a:lnSpc>
              <a:spcBef>
                <a:spcPts val="500"/>
              </a:spcBef>
              <a:spcAft>
                <a:spcPts val="0"/>
              </a:spcAft>
              <a:buClr>
                <a:schemeClr val="accent1"/>
              </a:buClr>
              <a:buSzPts val="1800"/>
              <a:buChar char="•"/>
              <a:defRPr/>
            </a:lvl3pPr>
            <a:lvl4pPr lvl="3" algn="l">
              <a:lnSpc>
                <a:spcPct val="90000"/>
              </a:lnSpc>
              <a:spcBef>
                <a:spcPts val="500"/>
              </a:spcBef>
              <a:spcAft>
                <a:spcPts val="0"/>
              </a:spcAft>
              <a:buClr>
                <a:schemeClr val="accent1"/>
              </a:buClr>
              <a:buSzPts val="1800"/>
              <a:buChar char="•"/>
              <a:defRPr/>
            </a:lvl4pPr>
            <a:lvl5pPr lvl="4" algn="l">
              <a:lnSpc>
                <a:spcPct val="90000"/>
              </a:lnSpc>
              <a:spcBef>
                <a:spcPts val="500"/>
              </a:spcBef>
              <a:spcAft>
                <a:spcPts val="0"/>
              </a:spcAft>
              <a:buClr>
                <a:schemeClr val="accent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197"/>
        <p:cNvGrpSpPr/>
        <p:nvPr/>
      </p:nvGrpSpPr>
      <p:grpSpPr>
        <a:xfrm>
          <a:off x="0" y="0"/>
          <a:ext cx="0" cy="0"/>
          <a:chOff x="0" y="0"/>
          <a:chExt cx="0" cy="0"/>
        </a:xfrm>
      </p:grpSpPr>
      <p:sp>
        <p:nvSpPr>
          <p:cNvPr id="198" name="Google Shape;198;p40"/>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40"/>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0" name="Google Shape;200;p40"/>
          <p:cNvSpPr/>
          <p:nvPr/>
        </p:nvSpPr>
        <p:spPr>
          <a:xfrm>
            <a:off x="7998821" y="1645349"/>
            <a:ext cx="4196737" cy="1001638"/>
          </a:xfrm>
          <a:custGeom>
            <a:avLst/>
            <a:gdLst/>
            <a:ahLst/>
            <a:cxnLst/>
            <a:rect l="l" t="t" r="r" b="b"/>
            <a:pathLst>
              <a:path w="3152775" h="752475" extrusionOk="0">
                <a:moveTo>
                  <a:pt x="3150394" y="7144"/>
                </a:moveTo>
                <a:lnTo>
                  <a:pt x="371952" y="7144"/>
                </a:lnTo>
                <a:cubicBezTo>
                  <a:pt x="371952" y="7144"/>
                  <a:pt x="7144" y="7144"/>
                  <a:pt x="7144" y="370999"/>
                </a:cubicBezTo>
                <a:lnTo>
                  <a:pt x="7144" y="384334"/>
                </a:lnTo>
                <a:cubicBezTo>
                  <a:pt x="7144" y="384334"/>
                  <a:pt x="7144" y="748189"/>
                  <a:pt x="371952" y="748189"/>
                </a:cubicBezTo>
                <a:lnTo>
                  <a:pt x="3150394" y="748189"/>
                </a:lnTo>
                <a:lnTo>
                  <a:pt x="3150394" y="714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1" name="Google Shape;201;p40"/>
          <p:cNvSpPr/>
          <p:nvPr/>
        </p:nvSpPr>
        <p:spPr>
          <a:xfrm>
            <a:off x="12186920" y="2632655"/>
            <a:ext cx="5081" cy="25381"/>
          </a:xfrm>
          <a:custGeom>
            <a:avLst/>
            <a:gdLst/>
            <a:ahLst/>
            <a:cxnLst/>
            <a:rect l="l" t="t" r="r" b="b"/>
            <a:pathLst>
              <a:path w="5081" h="25381" extrusionOk="0">
                <a:moveTo>
                  <a:pt x="0" y="0"/>
                </a:moveTo>
                <a:lnTo>
                  <a:pt x="5081" y="0"/>
                </a:lnTo>
                <a:lnTo>
                  <a:pt x="5081" y="25381"/>
                </a:lnTo>
                <a:lnTo>
                  <a:pt x="0" y="25381"/>
                </a:lnTo>
                <a:lnTo>
                  <a:pt x="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2" name="Google Shape;202;p40"/>
          <p:cNvSpPr txBox="1">
            <a:spLocks noGrp="1"/>
          </p:cNvSpPr>
          <p:nvPr>
            <p:ph type="ctrTitle"/>
          </p:nvPr>
        </p:nvSpPr>
        <p:spPr>
          <a:xfrm>
            <a:off x="781987" y="793172"/>
            <a:ext cx="9144000" cy="65562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4000"/>
              <a:buFont typeface="Century Gothic"/>
              <a:buNone/>
              <a:defRPr sz="40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3" name="Google Shape;203;p40"/>
          <p:cNvSpPr txBox="1">
            <a:spLocks noGrp="1"/>
          </p:cNvSpPr>
          <p:nvPr>
            <p:ph type="subTitle" idx="1"/>
          </p:nvPr>
        </p:nvSpPr>
        <p:spPr>
          <a:xfrm>
            <a:off x="795772" y="1877051"/>
            <a:ext cx="6843278" cy="496223"/>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accent1"/>
              </a:buClr>
              <a:buSzPts val="1800"/>
              <a:buNone/>
              <a:defRPr sz="1800" b="1" i="0">
                <a:solidFill>
                  <a:schemeClr val="accent1"/>
                </a:solidFill>
              </a:defRPr>
            </a:lvl1pPr>
            <a:lvl2pPr lvl="1" algn="ctr">
              <a:lnSpc>
                <a:spcPct val="90000"/>
              </a:lnSpc>
              <a:spcBef>
                <a:spcPts val="500"/>
              </a:spcBef>
              <a:spcAft>
                <a:spcPts val="0"/>
              </a:spcAft>
              <a:buClr>
                <a:schemeClr val="accent1"/>
              </a:buClr>
              <a:buSzPts val="2000"/>
              <a:buNone/>
              <a:defRPr sz="2000"/>
            </a:lvl2pPr>
            <a:lvl3pPr lvl="2" algn="ctr">
              <a:lnSpc>
                <a:spcPct val="90000"/>
              </a:lnSpc>
              <a:spcBef>
                <a:spcPts val="500"/>
              </a:spcBef>
              <a:spcAft>
                <a:spcPts val="0"/>
              </a:spcAft>
              <a:buClr>
                <a:schemeClr val="accent1"/>
              </a:buClr>
              <a:buSzPts val="1800"/>
              <a:buNone/>
              <a:defRPr sz="1800"/>
            </a:lvl3pPr>
            <a:lvl4pPr lvl="3" algn="ctr">
              <a:lnSpc>
                <a:spcPct val="90000"/>
              </a:lnSpc>
              <a:spcBef>
                <a:spcPts val="500"/>
              </a:spcBef>
              <a:spcAft>
                <a:spcPts val="0"/>
              </a:spcAft>
              <a:buClr>
                <a:schemeClr val="accent1"/>
              </a:buClr>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4" name="Google Shape;204;p40"/>
          <p:cNvSpPr/>
          <p:nvPr/>
        </p:nvSpPr>
        <p:spPr>
          <a:xfrm>
            <a:off x="903223" y="1550951"/>
            <a:ext cx="3273552" cy="151200"/>
          </a:xfrm>
          <a:custGeom>
            <a:avLst/>
            <a:gdLst/>
            <a:ahLst/>
            <a:cxnLst/>
            <a:rect l="l" t="t" r="r" b="b"/>
            <a:pathLst>
              <a:path w="2447925" h="114300" extrusionOk="0">
                <a:moveTo>
                  <a:pt x="2392204" y="114776"/>
                </a:moveTo>
                <a:lnTo>
                  <a:pt x="60484" y="114776"/>
                </a:lnTo>
                <a:cubicBezTo>
                  <a:pt x="30956" y="114776"/>
                  <a:pt x="7144" y="90011"/>
                  <a:pt x="7144" y="60484"/>
                </a:cubicBezTo>
                <a:lnTo>
                  <a:pt x="7144" y="60484"/>
                </a:lnTo>
                <a:cubicBezTo>
                  <a:pt x="7144" y="30956"/>
                  <a:pt x="30956" y="7144"/>
                  <a:pt x="60484" y="7144"/>
                </a:cubicBezTo>
                <a:lnTo>
                  <a:pt x="2392204" y="7144"/>
                </a:lnTo>
                <a:cubicBezTo>
                  <a:pt x="2421731" y="7144"/>
                  <a:pt x="2445544" y="30956"/>
                  <a:pt x="2445544" y="60484"/>
                </a:cubicBezTo>
                <a:lnTo>
                  <a:pt x="2445544" y="60484"/>
                </a:lnTo>
                <a:cubicBezTo>
                  <a:pt x="2445544" y="90011"/>
                  <a:pt x="2421731" y="114776"/>
                  <a:pt x="2392204" y="114776"/>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5" name="Google Shape;205;p40"/>
          <p:cNvSpPr/>
          <p:nvPr/>
        </p:nvSpPr>
        <p:spPr>
          <a:xfrm>
            <a:off x="3899957" y="4662943"/>
            <a:ext cx="8292043" cy="760738"/>
          </a:xfrm>
          <a:custGeom>
            <a:avLst/>
            <a:gdLst/>
            <a:ahLst/>
            <a:cxnLst/>
            <a:rect l="l" t="t" r="r" b="b"/>
            <a:pathLst>
              <a:path w="6229350" h="571500" extrusionOk="0">
                <a:moveTo>
                  <a:pt x="6228874" y="7144"/>
                </a:moveTo>
                <a:lnTo>
                  <a:pt x="284321" y="7144"/>
                </a:lnTo>
                <a:cubicBezTo>
                  <a:pt x="284321" y="7144"/>
                  <a:pt x="7144" y="7144"/>
                  <a:pt x="7144" y="282416"/>
                </a:cubicBezTo>
                <a:lnTo>
                  <a:pt x="7144" y="292894"/>
                </a:lnTo>
                <a:cubicBezTo>
                  <a:pt x="7144" y="292894"/>
                  <a:pt x="7144" y="568166"/>
                  <a:pt x="284321" y="568166"/>
                </a:cubicBezTo>
                <a:lnTo>
                  <a:pt x="6228874" y="568166"/>
                </a:lnTo>
                <a:lnTo>
                  <a:pt x="6228874"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6" name="Google Shape;206;p40"/>
          <p:cNvSpPr/>
          <p:nvPr/>
        </p:nvSpPr>
        <p:spPr>
          <a:xfrm>
            <a:off x="3909848" y="4665641"/>
            <a:ext cx="8277071" cy="257213"/>
          </a:xfrm>
          <a:custGeom>
            <a:avLst/>
            <a:gdLst/>
            <a:ahLst/>
            <a:cxnLst/>
            <a:rect l="l" t="t" r="r" b="b"/>
            <a:pathLst>
              <a:path w="8277071" h="257213" extrusionOk="0">
                <a:moveTo>
                  <a:pt x="363403" y="0"/>
                </a:moveTo>
                <a:lnTo>
                  <a:pt x="8277071" y="0"/>
                </a:lnTo>
                <a:lnTo>
                  <a:pt x="8277071" y="25380"/>
                </a:lnTo>
                <a:lnTo>
                  <a:pt x="363403" y="25380"/>
                </a:lnTo>
                <a:cubicBezTo>
                  <a:pt x="352934" y="25380"/>
                  <a:pt x="158297" y="28235"/>
                  <a:pt x="61632" y="176355"/>
                </a:cubicBezTo>
                <a:lnTo>
                  <a:pt x="25441" y="257213"/>
                </a:lnTo>
                <a:lnTo>
                  <a:pt x="0" y="257213"/>
                </a:lnTo>
                <a:lnTo>
                  <a:pt x="29624" y="181325"/>
                </a:lnTo>
                <a:cubicBezTo>
                  <a:pt x="130358" y="2915"/>
                  <a:pt x="360072" y="0"/>
                  <a:pt x="363403"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7" name="Google Shape;207;p40"/>
          <p:cNvSpPr/>
          <p:nvPr/>
        </p:nvSpPr>
        <p:spPr>
          <a:xfrm>
            <a:off x="12186919" y="4665641"/>
            <a:ext cx="5081" cy="25380"/>
          </a:xfrm>
          <a:custGeom>
            <a:avLst/>
            <a:gdLst/>
            <a:ahLst/>
            <a:cxnLst/>
            <a:rect l="l" t="t" r="r" b="b"/>
            <a:pathLst>
              <a:path w="5081" h="25380" extrusionOk="0">
                <a:moveTo>
                  <a:pt x="0" y="0"/>
                </a:moveTo>
                <a:lnTo>
                  <a:pt x="5081" y="0"/>
                </a:lnTo>
                <a:lnTo>
                  <a:pt x="5081" y="25380"/>
                </a:lnTo>
                <a:lnTo>
                  <a:pt x="0" y="2538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8" name="Google Shape;208;p40"/>
          <p:cNvSpPr/>
          <p:nvPr/>
        </p:nvSpPr>
        <p:spPr>
          <a:xfrm>
            <a:off x="3905233" y="4922854"/>
            <a:ext cx="8286767" cy="513089"/>
          </a:xfrm>
          <a:custGeom>
            <a:avLst/>
            <a:gdLst/>
            <a:ahLst/>
            <a:cxnLst/>
            <a:rect l="l" t="t" r="r" b="b"/>
            <a:pathLst>
              <a:path w="8286767" h="513089" extrusionOk="0">
                <a:moveTo>
                  <a:pt x="4615" y="0"/>
                </a:moveTo>
                <a:lnTo>
                  <a:pt x="30056" y="0"/>
                </a:lnTo>
                <a:lnTo>
                  <a:pt x="27385" y="5967"/>
                </a:lnTo>
                <a:cubicBezTo>
                  <a:pt x="18024" y="39383"/>
                  <a:pt x="12690" y="77494"/>
                  <a:pt x="12690" y="120958"/>
                </a:cubicBezTo>
                <a:lnTo>
                  <a:pt x="12690" y="134918"/>
                </a:lnTo>
                <a:cubicBezTo>
                  <a:pt x="12690" y="150146"/>
                  <a:pt x="17766" y="488977"/>
                  <a:pt x="368018" y="488977"/>
                </a:cubicBezTo>
                <a:lnTo>
                  <a:pt x="8286767" y="488977"/>
                </a:lnTo>
                <a:lnTo>
                  <a:pt x="8286767" y="513089"/>
                </a:lnTo>
                <a:lnTo>
                  <a:pt x="368018" y="513089"/>
                </a:lnTo>
                <a:cubicBezTo>
                  <a:pt x="110405" y="513089"/>
                  <a:pt x="26649" y="336694"/>
                  <a:pt x="0" y="225019"/>
                </a:cubicBezTo>
                <a:lnTo>
                  <a:pt x="0" y="11822"/>
                </a:lnTo>
                <a:lnTo>
                  <a:pt x="4615"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9" name="Google Shape;209;p40"/>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p40"/>
          <p:cNvSpPr txBox="1">
            <a:spLocks noGrp="1"/>
          </p:cNvSpPr>
          <p:nvPr>
            <p:ph type="ftr" idx="11"/>
          </p:nvPr>
        </p:nvSpPr>
        <p:spPr>
          <a:xfrm>
            <a:off x="812290" y="5816819"/>
            <a:ext cx="339876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1" name="Google Shape;211;p40"/>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contenido">
  <p:cSld name="Título y contenido">
    <p:spTree>
      <p:nvGrpSpPr>
        <p:cNvPr id="1" name="Shape 212"/>
        <p:cNvGrpSpPr/>
        <p:nvPr/>
      </p:nvGrpSpPr>
      <p:grpSpPr>
        <a:xfrm>
          <a:off x="0" y="0"/>
          <a:ext cx="0" cy="0"/>
          <a:chOff x="0" y="0"/>
          <a:chExt cx="0" cy="0"/>
        </a:xfrm>
      </p:grpSpPr>
      <p:sp>
        <p:nvSpPr>
          <p:cNvPr id="213" name="Google Shape;213;p41"/>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41"/>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5" name="Google Shape;215;p41"/>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41"/>
          <p:cNvSpPr txBox="1">
            <a:spLocks noGrp="1"/>
          </p:cNvSpPr>
          <p:nvPr>
            <p:ph type="ftr" idx="11"/>
          </p:nvPr>
        </p:nvSpPr>
        <p:spPr>
          <a:xfrm>
            <a:off x="812290" y="579776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41"/>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grpSp>
        <p:nvGrpSpPr>
          <p:cNvPr id="218" name="Google Shape;218;p41"/>
          <p:cNvGrpSpPr/>
          <p:nvPr/>
        </p:nvGrpSpPr>
        <p:grpSpPr>
          <a:xfrm>
            <a:off x="9999818" y="-7969"/>
            <a:ext cx="2199425" cy="1945482"/>
            <a:chOff x="9994666" y="-7969"/>
            <a:chExt cx="2199425" cy="1945482"/>
          </a:xfrm>
        </p:grpSpPr>
        <p:sp>
          <p:nvSpPr>
            <p:cNvPr id="219" name="Google Shape;219;p41"/>
            <p:cNvSpPr/>
            <p:nvPr/>
          </p:nvSpPr>
          <p:spPr>
            <a:xfrm>
              <a:off x="10712341" y="-7969"/>
              <a:ext cx="1466283" cy="1009398"/>
            </a:xfrm>
            <a:custGeom>
              <a:avLst/>
              <a:gdLst/>
              <a:ahLst/>
              <a:cxnLst/>
              <a:rect l="l" t="t" r="r" b="b"/>
              <a:pathLst>
                <a:path w="1466283" h="1009397" extrusionOk="0">
                  <a:moveTo>
                    <a:pt x="1467972" y="752798"/>
                  </a:moveTo>
                  <a:lnTo>
                    <a:pt x="1221466" y="871801"/>
                  </a:lnTo>
                  <a:cubicBezTo>
                    <a:pt x="928209" y="1015242"/>
                    <a:pt x="660453" y="997179"/>
                    <a:pt x="425635" y="821862"/>
                  </a:cubicBezTo>
                  <a:cubicBezTo>
                    <a:pt x="250319" y="689047"/>
                    <a:pt x="158942" y="512668"/>
                    <a:pt x="158942" y="510543"/>
                  </a:cubicBezTo>
                  <a:lnTo>
                    <a:pt x="145129" y="482917"/>
                  </a:lnTo>
                  <a:cubicBezTo>
                    <a:pt x="61190" y="315038"/>
                    <a:pt x="29314" y="155660"/>
                    <a:pt x="52689" y="7969"/>
                  </a:cubicBezTo>
                  <a:lnTo>
                    <a:pt x="14439" y="7969"/>
                  </a:lnTo>
                  <a:cubicBezTo>
                    <a:pt x="-6812" y="163097"/>
                    <a:pt x="24001" y="327789"/>
                    <a:pt x="111128" y="499918"/>
                  </a:cubicBezTo>
                  <a:lnTo>
                    <a:pt x="124941" y="527543"/>
                  </a:lnTo>
                  <a:cubicBezTo>
                    <a:pt x="129191" y="534981"/>
                    <a:pt x="219506" y="714548"/>
                    <a:pt x="402260" y="851613"/>
                  </a:cubicBezTo>
                  <a:cubicBezTo>
                    <a:pt x="508512" y="931302"/>
                    <a:pt x="656203" y="1004617"/>
                    <a:pt x="845333" y="1004617"/>
                  </a:cubicBezTo>
                  <a:cubicBezTo>
                    <a:pt x="961148" y="1004617"/>
                    <a:pt x="1091838" y="976991"/>
                    <a:pt x="1238467" y="906864"/>
                  </a:cubicBezTo>
                  <a:lnTo>
                    <a:pt x="1467972" y="795299"/>
                  </a:lnTo>
                  <a:lnTo>
                    <a:pt x="1467972" y="752798"/>
                  </a:lnTo>
                  <a:lnTo>
                    <a:pt x="1467972" y="752798"/>
                  </a:lnTo>
                  <a:lnTo>
                    <a:pt x="1467972" y="75279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0" name="Google Shape;220;p41"/>
            <p:cNvSpPr/>
            <p:nvPr/>
          </p:nvSpPr>
          <p:spPr>
            <a:xfrm>
              <a:off x="10014209" y="321414"/>
              <a:ext cx="2178175" cy="1593786"/>
            </a:xfrm>
            <a:custGeom>
              <a:avLst/>
              <a:gdLst/>
              <a:ahLst/>
              <a:cxnLst/>
              <a:rect l="l" t="t" r="r" b="b"/>
              <a:pathLst>
                <a:path w="2178174" h="1593786" extrusionOk="0">
                  <a:moveTo>
                    <a:pt x="231247" y="950428"/>
                  </a:moveTo>
                  <a:cubicBezTo>
                    <a:pt x="231247" y="950428"/>
                    <a:pt x="-101324" y="1111932"/>
                    <a:pt x="45305" y="1404126"/>
                  </a:cubicBezTo>
                  <a:lnTo>
                    <a:pt x="50617" y="1415814"/>
                  </a:lnTo>
                  <a:cubicBezTo>
                    <a:pt x="50617" y="1415814"/>
                    <a:pt x="197246" y="1708008"/>
                    <a:pt x="529816" y="1547566"/>
                  </a:cubicBezTo>
                  <a:lnTo>
                    <a:pt x="2173541" y="749611"/>
                  </a:lnTo>
                  <a:lnTo>
                    <a:pt x="2173541" y="7969"/>
                  </a:lnTo>
                  <a:lnTo>
                    <a:pt x="231247" y="9504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1" name="Google Shape;221;p41"/>
            <p:cNvSpPr/>
            <p:nvPr/>
          </p:nvSpPr>
          <p:spPr>
            <a:xfrm>
              <a:off x="10732016" y="-7969"/>
              <a:ext cx="1455658" cy="839394"/>
            </a:xfrm>
            <a:custGeom>
              <a:avLst/>
              <a:gdLst/>
              <a:ahLst/>
              <a:cxnLst/>
              <a:rect l="l" t="t" r="r" b="b"/>
              <a:pathLst>
                <a:path w="1455658" h="839394" extrusionOk="0">
                  <a:moveTo>
                    <a:pt x="123329" y="521168"/>
                  </a:moveTo>
                  <a:cubicBezTo>
                    <a:pt x="123329" y="521168"/>
                    <a:pt x="212581" y="698610"/>
                    <a:pt x="390022" y="834613"/>
                  </a:cubicBezTo>
                  <a:lnTo>
                    <a:pt x="1455734" y="317163"/>
                  </a:lnTo>
                  <a:lnTo>
                    <a:pt x="1456797" y="7969"/>
                  </a:lnTo>
                  <a:lnTo>
                    <a:pt x="14951" y="7969"/>
                  </a:lnTo>
                  <a:cubicBezTo>
                    <a:pt x="-5237" y="145035"/>
                    <a:pt x="16014" y="307601"/>
                    <a:pt x="109516" y="493543"/>
                  </a:cubicBezTo>
                  <a:lnTo>
                    <a:pt x="123329" y="5211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p41"/>
            <p:cNvSpPr/>
            <p:nvPr/>
          </p:nvSpPr>
          <p:spPr>
            <a:xfrm>
              <a:off x="11124635" y="1146995"/>
              <a:ext cx="1062524" cy="743767"/>
            </a:xfrm>
            <a:custGeom>
              <a:avLst/>
              <a:gdLst/>
              <a:ahLst/>
              <a:cxnLst/>
              <a:rect l="l" t="t" r="r" b="b"/>
              <a:pathLst>
                <a:path w="1062524" h="743766" extrusionOk="0">
                  <a:moveTo>
                    <a:pt x="1064178" y="7969"/>
                  </a:moveTo>
                  <a:lnTo>
                    <a:pt x="91968" y="480792"/>
                  </a:lnTo>
                  <a:cubicBezTo>
                    <a:pt x="91968" y="480792"/>
                    <a:pt x="-34472" y="543481"/>
                    <a:pt x="22904" y="658234"/>
                  </a:cubicBezTo>
                  <a:lnTo>
                    <a:pt x="25029" y="663546"/>
                  </a:lnTo>
                  <a:cubicBezTo>
                    <a:pt x="25029" y="663546"/>
                    <a:pt x="82405" y="780424"/>
                    <a:pt x="209908" y="718798"/>
                  </a:cubicBezTo>
                  <a:lnTo>
                    <a:pt x="1064178" y="302288"/>
                  </a:lnTo>
                  <a:lnTo>
                    <a:pt x="1064178" y="796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p41"/>
            <p:cNvSpPr/>
            <p:nvPr/>
          </p:nvSpPr>
          <p:spPr>
            <a:xfrm>
              <a:off x="11105057" y="1128932"/>
              <a:ext cx="1083775" cy="775643"/>
            </a:xfrm>
            <a:custGeom>
              <a:avLst/>
              <a:gdLst/>
              <a:ahLst/>
              <a:cxnLst/>
              <a:rect l="l" t="t" r="r" b="b"/>
              <a:pathLst>
                <a:path w="1083774" h="775642" extrusionOk="0">
                  <a:moveTo>
                    <a:pt x="219924" y="719860"/>
                  </a:moveTo>
                  <a:cubicBezTo>
                    <a:pt x="112609" y="771924"/>
                    <a:pt x="65858" y="683734"/>
                    <a:pt x="60545" y="674172"/>
                  </a:cubicBezTo>
                  <a:lnTo>
                    <a:pt x="58420" y="668859"/>
                  </a:lnTo>
                  <a:cubicBezTo>
                    <a:pt x="9544" y="571107"/>
                    <a:pt x="114734" y="519043"/>
                    <a:pt x="118984" y="515856"/>
                  </a:cubicBezTo>
                  <a:lnTo>
                    <a:pt x="1083756" y="48345"/>
                  </a:lnTo>
                  <a:lnTo>
                    <a:pt x="1083756" y="7969"/>
                  </a:lnTo>
                  <a:lnTo>
                    <a:pt x="103046" y="482917"/>
                  </a:lnTo>
                  <a:cubicBezTo>
                    <a:pt x="100921" y="483980"/>
                    <a:pt x="36107" y="516918"/>
                    <a:pt x="14856" y="578544"/>
                  </a:cubicBezTo>
                  <a:cubicBezTo>
                    <a:pt x="3169" y="613608"/>
                    <a:pt x="6356" y="649733"/>
                    <a:pt x="24419" y="686922"/>
                  </a:cubicBezTo>
                  <a:lnTo>
                    <a:pt x="26544" y="692234"/>
                  </a:lnTo>
                  <a:cubicBezTo>
                    <a:pt x="44607" y="726235"/>
                    <a:pt x="88171" y="775111"/>
                    <a:pt x="157235" y="775111"/>
                  </a:cubicBezTo>
                  <a:cubicBezTo>
                    <a:pt x="180610" y="775111"/>
                    <a:pt x="207173" y="768736"/>
                    <a:pt x="236924" y="754923"/>
                  </a:cubicBezTo>
                  <a:lnTo>
                    <a:pt x="1083756" y="344789"/>
                  </a:lnTo>
                  <a:lnTo>
                    <a:pt x="1083756" y="301226"/>
                  </a:lnTo>
                  <a:lnTo>
                    <a:pt x="219924" y="7198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4" name="Google Shape;224;p41"/>
            <p:cNvSpPr/>
            <p:nvPr/>
          </p:nvSpPr>
          <p:spPr>
            <a:xfrm>
              <a:off x="9994666" y="301226"/>
              <a:ext cx="2199425" cy="1636287"/>
            </a:xfrm>
            <a:custGeom>
              <a:avLst/>
              <a:gdLst/>
              <a:ahLst/>
              <a:cxnLst/>
              <a:rect l="l" t="t" r="r" b="b"/>
              <a:pathLst>
                <a:path w="2199425" h="1636287" extrusionOk="0">
                  <a:moveTo>
                    <a:pt x="538733" y="1550754"/>
                  </a:moveTo>
                  <a:cubicBezTo>
                    <a:pt x="228476" y="1701633"/>
                    <a:pt x="90348" y="1439189"/>
                    <a:pt x="86098" y="1428564"/>
                  </a:cubicBezTo>
                  <a:lnTo>
                    <a:pt x="80785" y="1416876"/>
                  </a:lnTo>
                  <a:cubicBezTo>
                    <a:pt x="24471" y="1303186"/>
                    <a:pt x="35097" y="1196934"/>
                    <a:pt x="115848" y="1102369"/>
                  </a:cubicBezTo>
                  <a:cubicBezTo>
                    <a:pt x="176412" y="1030117"/>
                    <a:pt x="256102" y="989741"/>
                    <a:pt x="257164" y="988679"/>
                  </a:cubicBezTo>
                  <a:lnTo>
                    <a:pt x="2193084" y="49407"/>
                  </a:lnTo>
                  <a:lnTo>
                    <a:pt x="2193084" y="7969"/>
                  </a:lnTo>
                  <a:lnTo>
                    <a:pt x="241226" y="954678"/>
                  </a:lnTo>
                  <a:cubicBezTo>
                    <a:pt x="234851" y="958928"/>
                    <a:pt x="74410" y="1037555"/>
                    <a:pt x="23409" y="1187371"/>
                  </a:cubicBezTo>
                  <a:cubicBezTo>
                    <a:pt x="-3154" y="1265998"/>
                    <a:pt x="4283" y="1348875"/>
                    <a:pt x="47847" y="1433876"/>
                  </a:cubicBezTo>
                  <a:lnTo>
                    <a:pt x="53160" y="1445564"/>
                  </a:lnTo>
                  <a:cubicBezTo>
                    <a:pt x="53160" y="1447689"/>
                    <a:pt x="150912" y="1635756"/>
                    <a:pt x="358104" y="1635756"/>
                  </a:cubicBezTo>
                  <a:cubicBezTo>
                    <a:pt x="415480" y="1635756"/>
                    <a:pt x="481357" y="1621943"/>
                    <a:pt x="555734" y="1585817"/>
                  </a:cubicBezTo>
                  <a:lnTo>
                    <a:pt x="2193084" y="789987"/>
                  </a:lnTo>
                  <a:lnTo>
                    <a:pt x="2193084" y="748548"/>
                  </a:lnTo>
                  <a:lnTo>
                    <a:pt x="538733" y="15507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25" name="Google Shape;225;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dk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298450" algn="l">
              <a:lnSpc>
                <a:spcPct val="90000"/>
              </a:lnSpc>
              <a:spcBef>
                <a:spcPts val="500"/>
              </a:spcBef>
              <a:spcAft>
                <a:spcPts val="0"/>
              </a:spcAft>
              <a:buClr>
                <a:schemeClr val="dk1"/>
              </a:buClr>
              <a:buSzPts val="1100"/>
              <a:buChar char="•"/>
              <a:defRPr sz="1100">
                <a:solidFill>
                  <a:schemeClr val="dk1"/>
                </a:solidFill>
              </a:defRPr>
            </a:lvl4pPr>
            <a:lvl5pPr marL="2286000" lvl="4" indent="-298450" algn="l">
              <a:lnSpc>
                <a:spcPct val="90000"/>
              </a:lnSpc>
              <a:spcBef>
                <a:spcPts val="500"/>
              </a:spcBef>
              <a:spcAft>
                <a:spcPts val="0"/>
              </a:spcAft>
              <a:buClr>
                <a:schemeClr val="dk1"/>
              </a:buClr>
              <a:buSzPts val="1100"/>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p41"/>
          <p:cNvSpPr txBox="1">
            <a:spLocks noGrp="1"/>
          </p:cNvSpPr>
          <p:nvPr>
            <p:ph type="title"/>
          </p:nvPr>
        </p:nvSpPr>
        <p:spPr>
          <a:xfrm>
            <a:off x="838200" y="365126"/>
            <a:ext cx="9050518" cy="94549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41"/>
          <p:cNvSpPr/>
          <p:nvPr/>
        </p:nvSpPr>
        <p:spPr>
          <a:xfrm>
            <a:off x="838200" y="1492524"/>
            <a:ext cx="6153912" cy="151200"/>
          </a:xfrm>
          <a:custGeom>
            <a:avLst/>
            <a:gdLst/>
            <a:ahLst/>
            <a:cxnLst/>
            <a:rect l="l" t="t" r="r" b="b"/>
            <a:pathLst>
              <a:path w="4629150" h="123825" extrusionOk="0">
                <a:moveTo>
                  <a:pt x="4568666" y="118586"/>
                </a:moveTo>
                <a:lnTo>
                  <a:pt x="62389" y="118586"/>
                </a:lnTo>
                <a:cubicBezTo>
                  <a:pt x="31909" y="118586"/>
                  <a:pt x="7144" y="92869"/>
                  <a:pt x="7144" y="62389"/>
                </a:cubicBezTo>
                <a:lnTo>
                  <a:pt x="7144" y="62389"/>
                </a:lnTo>
                <a:cubicBezTo>
                  <a:pt x="7144" y="31909"/>
                  <a:pt x="31909" y="7144"/>
                  <a:pt x="62389" y="7144"/>
                </a:cubicBezTo>
                <a:lnTo>
                  <a:pt x="4568666" y="7144"/>
                </a:lnTo>
                <a:cubicBezTo>
                  <a:pt x="4599147" y="7144"/>
                  <a:pt x="4623912" y="31909"/>
                  <a:pt x="4623912" y="62389"/>
                </a:cubicBezTo>
                <a:lnTo>
                  <a:pt x="4623912" y="62389"/>
                </a:lnTo>
                <a:cubicBezTo>
                  <a:pt x="4623912" y="92869"/>
                  <a:pt x="4599147" y="118586"/>
                  <a:pt x="4568666" y="118586"/>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228"/>
        <p:cNvGrpSpPr/>
        <p:nvPr/>
      </p:nvGrpSpPr>
      <p:grpSpPr>
        <a:xfrm>
          <a:off x="0" y="0"/>
          <a:ext cx="0" cy="0"/>
          <a:chOff x="0" y="0"/>
          <a:chExt cx="0" cy="0"/>
        </a:xfrm>
      </p:grpSpPr>
      <p:sp>
        <p:nvSpPr>
          <p:cNvPr id="229" name="Google Shape;229;p42"/>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42"/>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1" name="Google Shape;231;p42"/>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42"/>
          <p:cNvSpPr txBox="1">
            <a:spLocks noGrp="1"/>
          </p:cNvSpPr>
          <p:nvPr>
            <p:ph type="ftr" idx="11"/>
          </p:nvPr>
        </p:nvSpPr>
        <p:spPr>
          <a:xfrm>
            <a:off x="812290" y="579776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42"/>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grpSp>
        <p:nvGrpSpPr>
          <p:cNvPr id="234" name="Google Shape;234;p42"/>
          <p:cNvGrpSpPr/>
          <p:nvPr/>
        </p:nvGrpSpPr>
        <p:grpSpPr>
          <a:xfrm>
            <a:off x="9999818" y="-7969"/>
            <a:ext cx="2199425" cy="1945482"/>
            <a:chOff x="9994666" y="-7969"/>
            <a:chExt cx="2199425" cy="1945482"/>
          </a:xfrm>
        </p:grpSpPr>
        <p:sp>
          <p:nvSpPr>
            <p:cNvPr id="235" name="Google Shape;235;p42"/>
            <p:cNvSpPr/>
            <p:nvPr/>
          </p:nvSpPr>
          <p:spPr>
            <a:xfrm>
              <a:off x="10712341" y="-7969"/>
              <a:ext cx="1466283" cy="1009398"/>
            </a:xfrm>
            <a:custGeom>
              <a:avLst/>
              <a:gdLst/>
              <a:ahLst/>
              <a:cxnLst/>
              <a:rect l="l" t="t" r="r" b="b"/>
              <a:pathLst>
                <a:path w="1466283" h="1009397" extrusionOk="0">
                  <a:moveTo>
                    <a:pt x="1467972" y="752798"/>
                  </a:moveTo>
                  <a:lnTo>
                    <a:pt x="1221466" y="871801"/>
                  </a:lnTo>
                  <a:cubicBezTo>
                    <a:pt x="928209" y="1015242"/>
                    <a:pt x="660453" y="997179"/>
                    <a:pt x="425635" y="821862"/>
                  </a:cubicBezTo>
                  <a:cubicBezTo>
                    <a:pt x="250319" y="689047"/>
                    <a:pt x="158942" y="512668"/>
                    <a:pt x="158942" y="510543"/>
                  </a:cubicBezTo>
                  <a:lnTo>
                    <a:pt x="145129" y="482917"/>
                  </a:lnTo>
                  <a:cubicBezTo>
                    <a:pt x="61190" y="315038"/>
                    <a:pt x="29314" y="155660"/>
                    <a:pt x="52689" y="7969"/>
                  </a:cubicBezTo>
                  <a:lnTo>
                    <a:pt x="14439" y="7969"/>
                  </a:lnTo>
                  <a:cubicBezTo>
                    <a:pt x="-6812" y="163097"/>
                    <a:pt x="24001" y="327789"/>
                    <a:pt x="111128" y="499918"/>
                  </a:cubicBezTo>
                  <a:lnTo>
                    <a:pt x="124941" y="527543"/>
                  </a:lnTo>
                  <a:cubicBezTo>
                    <a:pt x="129191" y="534981"/>
                    <a:pt x="219506" y="714548"/>
                    <a:pt x="402260" y="851613"/>
                  </a:cubicBezTo>
                  <a:cubicBezTo>
                    <a:pt x="508512" y="931302"/>
                    <a:pt x="656203" y="1004617"/>
                    <a:pt x="845333" y="1004617"/>
                  </a:cubicBezTo>
                  <a:cubicBezTo>
                    <a:pt x="961148" y="1004617"/>
                    <a:pt x="1091838" y="976991"/>
                    <a:pt x="1238467" y="906864"/>
                  </a:cubicBezTo>
                  <a:lnTo>
                    <a:pt x="1467972" y="795299"/>
                  </a:lnTo>
                  <a:lnTo>
                    <a:pt x="1467972" y="752798"/>
                  </a:lnTo>
                  <a:lnTo>
                    <a:pt x="1467972" y="752798"/>
                  </a:lnTo>
                  <a:lnTo>
                    <a:pt x="1467972" y="75279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6" name="Google Shape;236;p42"/>
            <p:cNvSpPr/>
            <p:nvPr/>
          </p:nvSpPr>
          <p:spPr>
            <a:xfrm>
              <a:off x="10014209" y="321414"/>
              <a:ext cx="2178175" cy="1593786"/>
            </a:xfrm>
            <a:custGeom>
              <a:avLst/>
              <a:gdLst/>
              <a:ahLst/>
              <a:cxnLst/>
              <a:rect l="l" t="t" r="r" b="b"/>
              <a:pathLst>
                <a:path w="2178174" h="1593786" extrusionOk="0">
                  <a:moveTo>
                    <a:pt x="231247" y="950428"/>
                  </a:moveTo>
                  <a:cubicBezTo>
                    <a:pt x="231247" y="950428"/>
                    <a:pt x="-101324" y="1111932"/>
                    <a:pt x="45305" y="1404126"/>
                  </a:cubicBezTo>
                  <a:lnTo>
                    <a:pt x="50617" y="1415814"/>
                  </a:lnTo>
                  <a:cubicBezTo>
                    <a:pt x="50617" y="1415814"/>
                    <a:pt x="197246" y="1708008"/>
                    <a:pt x="529816" y="1547566"/>
                  </a:cubicBezTo>
                  <a:lnTo>
                    <a:pt x="2173541" y="749611"/>
                  </a:lnTo>
                  <a:lnTo>
                    <a:pt x="2173541" y="7969"/>
                  </a:lnTo>
                  <a:lnTo>
                    <a:pt x="231247" y="9504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7" name="Google Shape;237;p42"/>
            <p:cNvSpPr/>
            <p:nvPr/>
          </p:nvSpPr>
          <p:spPr>
            <a:xfrm>
              <a:off x="10732016" y="-7969"/>
              <a:ext cx="1455658" cy="839394"/>
            </a:xfrm>
            <a:custGeom>
              <a:avLst/>
              <a:gdLst/>
              <a:ahLst/>
              <a:cxnLst/>
              <a:rect l="l" t="t" r="r" b="b"/>
              <a:pathLst>
                <a:path w="1455658" h="839394" extrusionOk="0">
                  <a:moveTo>
                    <a:pt x="123329" y="521168"/>
                  </a:moveTo>
                  <a:cubicBezTo>
                    <a:pt x="123329" y="521168"/>
                    <a:pt x="212581" y="698610"/>
                    <a:pt x="390022" y="834613"/>
                  </a:cubicBezTo>
                  <a:lnTo>
                    <a:pt x="1455734" y="317163"/>
                  </a:lnTo>
                  <a:lnTo>
                    <a:pt x="1456797" y="7969"/>
                  </a:lnTo>
                  <a:lnTo>
                    <a:pt x="14951" y="7969"/>
                  </a:lnTo>
                  <a:cubicBezTo>
                    <a:pt x="-5237" y="145035"/>
                    <a:pt x="16014" y="307601"/>
                    <a:pt x="109516" y="493543"/>
                  </a:cubicBezTo>
                  <a:lnTo>
                    <a:pt x="123329" y="5211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8" name="Google Shape;238;p42"/>
            <p:cNvSpPr/>
            <p:nvPr/>
          </p:nvSpPr>
          <p:spPr>
            <a:xfrm>
              <a:off x="11124635" y="1146995"/>
              <a:ext cx="1062524" cy="743767"/>
            </a:xfrm>
            <a:custGeom>
              <a:avLst/>
              <a:gdLst/>
              <a:ahLst/>
              <a:cxnLst/>
              <a:rect l="l" t="t" r="r" b="b"/>
              <a:pathLst>
                <a:path w="1062524" h="743766" extrusionOk="0">
                  <a:moveTo>
                    <a:pt x="1064178" y="7969"/>
                  </a:moveTo>
                  <a:lnTo>
                    <a:pt x="91968" y="480792"/>
                  </a:lnTo>
                  <a:cubicBezTo>
                    <a:pt x="91968" y="480792"/>
                    <a:pt x="-34472" y="543481"/>
                    <a:pt x="22904" y="658234"/>
                  </a:cubicBezTo>
                  <a:lnTo>
                    <a:pt x="25029" y="663546"/>
                  </a:lnTo>
                  <a:cubicBezTo>
                    <a:pt x="25029" y="663546"/>
                    <a:pt x="82405" y="780424"/>
                    <a:pt x="209908" y="718798"/>
                  </a:cubicBezTo>
                  <a:lnTo>
                    <a:pt x="1064178" y="302288"/>
                  </a:lnTo>
                  <a:lnTo>
                    <a:pt x="1064178" y="796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9" name="Google Shape;239;p42"/>
            <p:cNvSpPr/>
            <p:nvPr/>
          </p:nvSpPr>
          <p:spPr>
            <a:xfrm>
              <a:off x="11105057" y="1128932"/>
              <a:ext cx="1083775" cy="775643"/>
            </a:xfrm>
            <a:custGeom>
              <a:avLst/>
              <a:gdLst/>
              <a:ahLst/>
              <a:cxnLst/>
              <a:rect l="l" t="t" r="r" b="b"/>
              <a:pathLst>
                <a:path w="1083774" h="775642" extrusionOk="0">
                  <a:moveTo>
                    <a:pt x="219924" y="719860"/>
                  </a:moveTo>
                  <a:cubicBezTo>
                    <a:pt x="112609" y="771924"/>
                    <a:pt x="65858" y="683734"/>
                    <a:pt x="60545" y="674172"/>
                  </a:cubicBezTo>
                  <a:lnTo>
                    <a:pt x="58420" y="668859"/>
                  </a:lnTo>
                  <a:cubicBezTo>
                    <a:pt x="9544" y="571107"/>
                    <a:pt x="114734" y="519043"/>
                    <a:pt x="118984" y="515856"/>
                  </a:cubicBezTo>
                  <a:lnTo>
                    <a:pt x="1083756" y="48345"/>
                  </a:lnTo>
                  <a:lnTo>
                    <a:pt x="1083756" y="7969"/>
                  </a:lnTo>
                  <a:lnTo>
                    <a:pt x="103046" y="482917"/>
                  </a:lnTo>
                  <a:cubicBezTo>
                    <a:pt x="100921" y="483980"/>
                    <a:pt x="36107" y="516918"/>
                    <a:pt x="14856" y="578544"/>
                  </a:cubicBezTo>
                  <a:cubicBezTo>
                    <a:pt x="3169" y="613608"/>
                    <a:pt x="6356" y="649733"/>
                    <a:pt x="24419" y="686922"/>
                  </a:cubicBezTo>
                  <a:lnTo>
                    <a:pt x="26544" y="692234"/>
                  </a:lnTo>
                  <a:cubicBezTo>
                    <a:pt x="44607" y="726235"/>
                    <a:pt x="88171" y="775111"/>
                    <a:pt x="157235" y="775111"/>
                  </a:cubicBezTo>
                  <a:cubicBezTo>
                    <a:pt x="180610" y="775111"/>
                    <a:pt x="207173" y="768736"/>
                    <a:pt x="236924" y="754923"/>
                  </a:cubicBezTo>
                  <a:lnTo>
                    <a:pt x="1083756" y="344789"/>
                  </a:lnTo>
                  <a:lnTo>
                    <a:pt x="1083756" y="301226"/>
                  </a:lnTo>
                  <a:lnTo>
                    <a:pt x="219924" y="7198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0" name="Google Shape;240;p42"/>
            <p:cNvSpPr/>
            <p:nvPr/>
          </p:nvSpPr>
          <p:spPr>
            <a:xfrm>
              <a:off x="9994666" y="301226"/>
              <a:ext cx="2199425" cy="1636287"/>
            </a:xfrm>
            <a:custGeom>
              <a:avLst/>
              <a:gdLst/>
              <a:ahLst/>
              <a:cxnLst/>
              <a:rect l="l" t="t" r="r" b="b"/>
              <a:pathLst>
                <a:path w="2199425" h="1636287" extrusionOk="0">
                  <a:moveTo>
                    <a:pt x="538733" y="1550754"/>
                  </a:moveTo>
                  <a:cubicBezTo>
                    <a:pt x="228476" y="1701633"/>
                    <a:pt x="90348" y="1439189"/>
                    <a:pt x="86098" y="1428564"/>
                  </a:cubicBezTo>
                  <a:lnTo>
                    <a:pt x="80785" y="1416876"/>
                  </a:lnTo>
                  <a:cubicBezTo>
                    <a:pt x="24471" y="1303186"/>
                    <a:pt x="35097" y="1196934"/>
                    <a:pt x="115848" y="1102369"/>
                  </a:cubicBezTo>
                  <a:cubicBezTo>
                    <a:pt x="176412" y="1030117"/>
                    <a:pt x="256102" y="989741"/>
                    <a:pt x="257164" y="988679"/>
                  </a:cubicBezTo>
                  <a:lnTo>
                    <a:pt x="2193084" y="49407"/>
                  </a:lnTo>
                  <a:lnTo>
                    <a:pt x="2193084" y="7969"/>
                  </a:lnTo>
                  <a:lnTo>
                    <a:pt x="241226" y="954678"/>
                  </a:lnTo>
                  <a:cubicBezTo>
                    <a:pt x="234851" y="958928"/>
                    <a:pt x="74410" y="1037555"/>
                    <a:pt x="23409" y="1187371"/>
                  </a:cubicBezTo>
                  <a:cubicBezTo>
                    <a:pt x="-3154" y="1265998"/>
                    <a:pt x="4283" y="1348875"/>
                    <a:pt x="47847" y="1433876"/>
                  </a:cubicBezTo>
                  <a:lnTo>
                    <a:pt x="53160" y="1445564"/>
                  </a:lnTo>
                  <a:cubicBezTo>
                    <a:pt x="53160" y="1447689"/>
                    <a:pt x="150912" y="1635756"/>
                    <a:pt x="358104" y="1635756"/>
                  </a:cubicBezTo>
                  <a:cubicBezTo>
                    <a:pt x="415480" y="1635756"/>
                    <a:pt x="481357" y="1621943"/>
                    <a:pt x="555734" y="1585817"/>
                  </a:cubicBezTo>
                  <a:lnTo>
                    <a:pt x="2193084" y="789987"/>
                  </a:lnTo>
                  <a:lnTo>
                    <a:pt x="2193084" y="748548"/>
                  </a:lnTo>
                  <a:lnTo>
                    <a:pt x="538733" y="15507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41" name="Google Shape;241;p42"/>
          <p:cNvSpPr txBox="1">
            <a:spLocks noGrp="1"/>
          </p:cNvSpPr>
          <p:nvPr>
            <p:ph type="title"/>
          </p:nvPr>
        </p:nvSpPr>
        <p:spPr>
          <a:xfrm>
            <a:off x="838200" y="365126"/>
            <a:ext cx="9050518" cy="94549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42"/>
          <p:cNvSpPr/>
          <p:nvPr/>
        </p:nvSpPr>
        <p:spPr>
          <a:xfrm>
            <a:off x="838200" y="1492524"/>
            <a:ext cx="6153912" cy="151200"/>
          </a:xfrm>
          <a:custGeom>
            <a:avLst/>
            <a:gdLst/>
            <a:ahLst/>
            <a:cxnLst/>
            <a:rect l="l" t="t" r="r" b="b"/>
            <a:pathLst>
              <a:path w="4629150" h="123825" extrusionOk="0">
                <a:moveTo>
                  <a:pt x="4568666" y="118586"/>
                </a:moveTo>
                <a:lnTo>
                  <a:pt x="62389" y="118586"/>
                </a:lnTo>
                <a:cubicBezTo>
                  <a:pt x="31909" y="118586"/>
                  <a:pt x="7144" y="92869"/>
                  <a:pt x="7144" y="62389"/>
                </a:cubicBezTo>
                <a:lnTo>
                  <a:pt x="7144" y="62389"/>
                </a:lnTo>
                <a:cubicBezTo>
                  <a:pt x="7144" y="31909"/>
                  <a:pt x="31909" y="7144"/>
                  <a:pt x="62389" y="7144"/>
                </a:cubicBezTo>
                <a:lnTo>
                  <a:pt x="4568666" y="7144"/>
                </a:lnTo>
                <a:cubicBezTo>
                  <a:pt x="4599147" y="7144"/>
                  <a:pt x="4623912" y="31909"/>
                  <a:pt x="4623912" y="62389"/>
                </a:cubicBezTo>
                <a:lnTo>
                  <a:pt x="4623912" y="62389"/>
                </a:lnTo>
                <a:cubicBezTo>
                  <a:pt x="4623912" y="92869"/>
                  <a:pt x="4599147" y="118586"/>
                  <a:pt x="4568666" y="118586"/>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3" name="Google Shape;243;p42"/>
          <p:cNvSpPr txBox="1">
            <a:spLocks noGrp="1"/>
          </p:cNvSpPr>
          <p:nvPr>
            <p:ph type="body" idx="1"/>
          </p:nvPr>
        </p:nvSpPr>
        <p:spPr>
          <a:xfrm>
            <a:off x="839788" y="1825624"/>
            <a:ext cx="5157787" cy="42108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1800"/>
              <a:buNone/>
              <a:defRPr sz="1800" b="1"/>
            </a:lvl1pPr>
            <a:lvl2pPr marL="914400" lvl="1" indent="-228600" algn="l">
              <a:lnSpc>
                <a:spcPct val="90000"/>
              </a:lnSpc>
              <a:spcBef>
                <a:spcPts val="500"/>
              </a:spcBef>
              <a:spcAft>
                <a:spcPts val="0"/>
              </a:spcAft>
              <a:buClr>
                <a:schemeClr val="accent1"/>
              </a:buClr>
              <a:buSzPts val="2000"/>
              <a:buNone/>
              <a:defRPr sz="2000" b="1"/>
            </a:lvl2pPr>
            <a:lvl3pPr marL="1371600" lvl="2" indent="-228600" algn="l">
              <a:lnSpc>
                <a:spcPct val="90000"/>
              </a:lnSpc>
              <a:spcBef>
                <a:spcPts val="500"/>
              </a:spcBef>
              <a:spcAft>
                <a:spcPts val="0"/>
              </a:spcAft>
              <a:buClr>
                <a:schemeClr val="accent1"/>
              </a:buClr>
              <a:buSzPts val="1800"/>
              <a:buNone/>
              <a:defRPr sz="1800" b="1"/>
            </a:lvl3pPr>
            <a:lvl4pPr marL="1828800" lvl="3" indent="-228600" algn="l">
              <a:lnSpc>
                <a:spcPct val="90000"/>
              </a:lnSpc>
              <a:spcBef>
                <a:spcPts val="500"/>
              </a:spcBef>
              <a:spcAft>
                <a:spcPts val="0"/>
              </a:spcAft>
              <a:buClr>
                <a:schemeClr val="accent1"/>
              </a:buClr>
              <a:buSzPts val="1600"/>
              <a:buNone/>
              <a:defRPr sz="1600" b="1"/>
            </a:lvl4pPr>
            <a:lvl5pPr marL="2286000" lvl="4" indent="-228600" algn="l">
              <a:lnSpc>
                <a:spcPct val="90000"/>
              </a:lnSpc>
              <a:spcBef>
                <a:spcPts val="500"/>
              </a:spcBef>
              <a:spcAft>
                <a:spcPts val="0"/>
              </a:spcAft>
              <a:buClr>
                <a:schemeClr val="accen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44" name="Google Shape;244;p42"/>
          <p:cNvSpPr txBox="1">
            <a:spLocks noGrp="1"/>
          </p:cNvSpPr>
          <p:nvPr>
            <p:ph type="body" idx="2"/>
          </p:nvPr>
        </p:nvSpPr>
        <p:spPr>
          <a:xfrm>
            <a:off x="839788" y="2323458"/>
            <a:ext cx="5157787" cy="3387547"/>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dk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298450" algn="l">
              <a:lnSpc>
                <a:spcPct val="90000"/>
              </a:lnSpc>
              <a:spcBef>
                <a:spcPts val="500"/>
              </a:spcBef>
              <a:spcAft>
                <a:spcPts val="0"/>
              </a:spcAft>
              <a:buClr>
                <a:schemeClr val="dk1"/>
              </a:buClr>
              <a:buSzPts val="1100"/>
              <a:buChar char="•"/>
              <a:defRPr sz="1100">
                <a:solidFill>
                  <a:schemeClr val="dk1"/>
                </a:solidFill>
              </a:defRPr>
            </a:lvl4pPr>
            <a:lvl5pPr marL="2286000" lvl="4" indent="-298450" algn="l">
              <a:lnSpc>
                <a:spcPct val="90000"/>
              </a:lnSpc>
              <a:spcBef>
                <a:spcPts val="500"/>
              </a:spcBef>
              <a:spcAft>
                <a:spcPts val="0"/>
              </a:spcAft>
              <a:buClr>
                <a:schemeClr val="dk1"/>
              </a:buClr>
              <a:buSzPts val="1100"/>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5" name="Google Shape;245;p42"/>
          <p:cNvSpPr txBox="1">
            <a:spLocks noGrp="1"/>
          </p:cNvSpPr>
          <p:nvPr>
            <p:ph type="body" idx="3"/>
          </p:nvPr>
        </p:nvSpPr>
        <p:spPr>
          <a:xfrm>
            <a:off x="6172200" y="1828800"/>
            <a:ext cx="5183188" cy="41790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1800"/>
              <a:buNone/>
              <a:defRPr sz="1800" b="1"/>
            </a:lvl1pPr>
            <a:lvl2pPr marL="914400" lvl="1" indent="-228600" algn="l">
              <a:lnSpc>
                <a:spcPct val="90000"/>
              </a:lnSpc>
              <a:spcBef>
                <a:spcPts val="500"/>
              </a:spcBef>
              <a:spcAft>
                <a:spcPts val="0"/>
              </a:spcAft>
              <a:buClr>
                <a:schemeClr val="accent1"/>
              </a:buClr>
              <a:buSzPts val="2000"/>
              <a:buNone/>
              <a:defRPr sz="2000" b="1"/>
            </a:lvl2pPr>
            <a:lvl3pPr marL="1371600" lvl="2" indent="-228600" algn="l">
              <a:lnSpc>
                <a:spcPct val="90000"/>
              </a:lnSpc>
              <a:spcBef>
                <a:spcPts val="500"/>
              </a:spcBef>
              <a:spcAft>
                <a:spcPts val="0"/>
              </a:spcAft>
              <a:buClr>
                <a:schemeClr val="accent1"/>
              </a:buClr>
              <a:buSzPts val="1800"/>
              <a:buNone/>
              <a:defRPr sz="1800" b="1"/>
            </a:lvl3pPr>
            <a:lvl4pPr marL="1828800" lvl="3" indent="-228600" algn="l">
              <a:lnSpc>
                <a:spcPct val="90000"/>
              </a:lnSpc>
              <a:spcBef>
                <a:spcPts val="500"/>
              </a:spcBef>
              <a:spcAft>
                <a:spcPts val="0"/>
              </a:spcAft>
              <a:buClr>
                <a:schemeClr val="accent1"/>
              </a:buClr>
              <a:buSzPts val="1600"/>
              <a:buNone/>
              <a:defRPr sz="1600" b="1"/>
            </a:lvl4pPr>
            <a:lvl5pPr marL="2286000" lvl="4" indent="-228600" algn="l">
              <a:lnSpc>
                <a:spcPct val="90000"/>
              </a:lnSpc>
              <a:spcBef>
                <a:spcPts val="500"/>
              </a:spcBef>
              <a:spcAft>
                <a:spcPts val="0"/>
              </a:spcAft>
              <a:buClr>
                <a:schemeClr val="accen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46" name="Google Shape;246;p42"/>
          <p:cNvSpPr txBox="1">
            <a:spLocks noGrp="1"/>
          </p:cNvSpPr>
          <p:nvPr>
            <p:ph type="body" idx="4"/>
          </p:nvPr>
        </p:nvSpPr>
        <p:spPr>
          <a:xfrm>
            <a:off x="6172200" y="2323458"/>
            <a:ext cx="5183188" cy="3387547"/>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dk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298450" algn="l">
              <a:lnSpc>
                <a:spcPct val="90000"/>
              </a:lnSpc>
              <a:spcBef>
                <a:spcPts val="500"/>
              </a:spcBef>
              <a:spcAft>
                <a:spcPts val="0"/>
              </a:spcAft>
              <a:buClr>
                <a:schemeClr val="dk1"/>
              </a:buClr>
              <a:buSzPts val="1100"/>
              <a:buChar char="•"/>
              <a:defRPr sz="1100">
                <a:solidFill>
                  <a:schemeClr val="dk1"/>
                </a:solidFill>
              </a:defRPr>
            </a:lvl4pPr>
            <a:lvl5pPr marL="2286000" lvl="4" indent="-298450" algn="l">
              <a:lnSpc>
                <a:spcPct val="90000"/>
              </a:lnSpc>
              <a:spcBef>
                <a:spcPts val="500"/>
              </a:spcBef>
              <a:spcAft>
                <a:spcPts val="0"/>
              </a:spcAft>
              <a:buClr>
                <a:schemeClr val="dk1"/>
              </a:buClr>
              <a:buSzPts val="1100"/>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247"/>
        <p:cNvGrpSpPr/>
        <p:nvPr/>
      </p:nvGrpSpPr>
      <p:grpSpPr>
        <a:xfrm>
          <a:off x="0" y="0"/>
          <a:ext cx="0" cy="0"/>
          <a:chOff x="0" y="0"/>
          <a:chExt cx="0" cy="0"/>
        </a:xfrm>
      </p:grpSpPr>
      <p:sp>
        <p:nvSpPr>
          <p:cNvPr id="248" name="Google Shape;248;p43"/>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9" name="Google Shape;249;p43"/>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0" name="Google Shape;250;p43"/>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43"/>
          <p:cNvSpPr txBox="1">
            <a:spLocks noGrp="1"/>
          </p:cNvSpPr>
          <p:nvPr>
            <p:ph type="ftr" idx="11"/>
          </p:nvPr>
        </p:nvSpPr>
        <p:spPr>
          <a:xfrm>
            <a:off x="812290" y="579776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43"/>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grpSp>
        <p:nvGrpSpPr>
          <p:cNvPr id="253" name="Google Shape;253;p43"/>
          <p:cNvGrpSpPr/>
          <p:nvPr/>
        </p:nvGrpSpPr>
        <p:grpSpPr>
          <a:xfrm>
            <a:off x="9999818" y="-7969"/>
            <a:ext cx="2199425" cy="1945482"/>
            <a:chOff x="9994666" y="-7969"/>
            <a:chExt cx="2199425" cy="1945482"/>
          </a:xfrm>
        </p:grpSpPr>
        <p:sp>
          <p:nvSpPr>
            <p:cNvPr id="254" name="Google Shape;254;p43"/>
            <p:cNvSpPr/>
            <p:nvPr/>
          </p:nvSpPr>
          <p:spPr>
            <a:xfrm>
              <a:off x="10712341" y="-7969"/>
              <a:ext cx="1466283" cy="1009398"/>
            </a:xfrm>
            <a:custGeom>
              <a:avLst/>
              <a:gdLst/>
              <a:ahLst/>
              <a:cxnLst/>
              <a:rect l="l" t="t" r="r" b="b"/>
              <a:pathLst>
                <a:path w="1466283" h="1009397" extrusionOk="0">
                  <a:moveTo>
                    <a:pt x="1467972" y="752798"/>
                  </a:moveTo>
                  <a:lnTo>
                    <a:pt x="1221466" y="871801"/>
                  </a:lnTo>
                  <a:cubicBezTo>
                    <a:pt x="928209" y="1015242"/>
                    <a:pt x="660453" y="997179"/>
                    <a:pt x="425635" y="821862"/>
                  </a:cubicBezTo>
                  <a:cubicBezTo>
                    <a:pt x="250319" y="689047"/>
                    <a:pt x="158942" y="512668"/>
                    <a:pt x="158942" y="510543"/>
                  </a:cubicBezTo>
                  <a:lnTo>
                    <a:pt x="145129" y="482917"/>
                  </a:lnTo>
                  <a:cubicBezTo>
                    <a:pt x="61190" y="315038"/>
                    <a:pt x="29314" y="155660"/>
                    <a:pt x="52689" y="7969"/>
                  </a:cubicBezTo>
                  <a:lnTo>
                    <a:pt x="14439" y="7969"/>
                  </a:lnTo>
                  <a:cubicBezTo>
                    <a:pt x="-6812" y="163097"/>
                    <a:pt x="24001" y="327789"/>
                    <a:pt x="111128" y="499918"/>
                  </a:cubicBezTo>
                  <a:lnTo>
                    <a:pt x="124941" y="527543"/>
                  </a:lnTo>
                  <a:cubicBezTo>
                    <a:pt x="129191" y="534981"/>
                    <a:pt x="219506" y="714548"/>
                    <a:pt x="402260" y="851613"/>
                  </a:cubicBezTo>
                  <a:cubicBezTo>
                    <a:pt x="508512" y="931302"/>
                    <a:pt x="656203" y="1004617"/>
                    <a:pt x="845333" y="1004617"/>
                  </a:cubicBezTo>
                  <a:cubicBezTo>
                    <a:pt x="961148" y="1004617"/>
                    <a:pt x="1091838" y="976991"/>
                    <a:pt x="1238467" y="906864"/>
                  </a:cubicBezTo>
                  <a:lnTo>
                    <a:pt x="1467972" y="795299"/>
                  </a:lnTo>
                  <a:lnTo>
                    <a:pt x="1467972" y="752798"/>
                  </a:lnTo>
                  <a:lnTo>
                    <a:pt x="1467972" y="752798"/>
                  </a:lnTo>
                  <a:lnTo>
                    <a:pt x="1467972" y="75279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5" name="Google Shape;255;p43"/>
            <p:cNvSpPr/>
            <p:nvPr/>
          </p:nvSpPr>
          <p:spPr>
            <a:xfrm>
              <a:off x="10014209" y="321414"/>
              <a:ext cx="2178175" cy="1593786"/>
            </a:xfrm>
            <a:custGeom>
              <a:avLst/>
              <a:gdLst/>
              <a:ahLst/>
              <a:cxnLst/>
              <a:rect l="l" t="t" r="r" b="b"/>
              <a:pathLst>
                <a:path w="2178174" h="1593786" extrusionOk="0">
                  <a:moveTo>
                    <a:pt x="231247" y="950428"/>
                  </a:moveTo>
                  <a:cubicBezTo>
                    <a:pt x="231247" y="950428"/>
                    <a:pt x="-101324" y="1111932"/>
                    <a:pt x="45305" y="1404126"/>
                  </a:cubicBezTo>
                  <a:lnTo>
                    <a:pt x="50617" y="1415814"/>
                  </a:lnTo>
                  <a:cubicBezTo>
                    <a:pt x="50617" y="1415814"/>
                    <a:pt x="197246" y="1708008"/>
                    <a:pt x="529816" y="1547566"/>
                  </a:cubicBezTo>
                  <a:lnTo>
                    <a:pt x="2173541" y="749611"/>
                  </a:lnTo>
                  <a:lnTo>
                    <a:pt x="2173541" y="7969"/>
                  </a:lnTo>
                  <a:lnTo>
                    <a:pt x="231247" y="9504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6" name="Google Shape;256;p43"/>
            <p:cNvSpPr/>
            <p:nvPr/>
          </p:nvSpPr>
          <p:spPr>
            <a:xfrm>
              <a:off x="10732016" y="-7969"/>
              <a:ext cx="1455658" cy="839394"/>
            </a:xfrm>
            <a:custGeom>
              <a:avLst/>
              <a:gdLst/>
              <a:ahLst/>
              <a:cxnLst/>
              <a:rect l="l" t="t" r="r" b="b"/>
              <a:pathLst>
                <a:path w="1455658" h="839394" extrusionOk="0">
                  <a:moveTo>
                    <a:pt x="123329" y="521168"/>
                  </a:moveTo>
                  <a:cubicBezTo>
                    <a:pt x="123329" y="521168"/>
                    <a:pt x="212581" y="698610"/>
                    <a:pt x="390022" y="834613"/>
                  </a:cubicBezTo>
                  <a:lnTo>
                    <a:pt x="1455734" y="317163"/>
                  </a:lnTo>
                  <a:lnTo>
                    <a:pt x="1456797" y="7969"/>
                  </a:lnTo>
                  <a:lnTo>
                    <a:pt x="14951" y="7969"/>
                  </a:lnTo>
                  <a:cubicBezTo>
                    <a:pt x="-5237" y="145035"/>
                    <a:pt x="16014" y="307601"/>
                    <a:pt x="109516" y="493543"/>
                  </a:cubicBezTo>
                  <a:lnTo>
                    <a:pt x="123329" y="5211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7" name="Google Shape;257;p43"/>
            <p:cNvSpPr/>
            <p:nvPr/>
          </p:nvSpPr>
          <p:spPr>
            <a:xfrm>
              <a:off x="11124635" y="1146995"/>
              <a:ext cx="1062524" cy="743767"/>
            </a:xfrm>
            <a:custGeom>
              <a:avLst/>
              <a:gdLst/>
              <a:ahLst/>
              <a:cxnLst/>
              <a:rect l="l" t="t" r="r" b="b"/>
              <a:pathLst>
                <a:path w="1062524" h="743766" extrusionOk="0">
                  <a:moveTo>
                    <a:pt x="1064178" y="7969"/>
                  </a:moveTo>
                  <a:lnTo>
                    <a:pt x="91968" y="480792"/>
                  </a:lnTo>
                  <a:cubicBezTo>
                    <a:pt x="91968" y="480792"/>
                    <a:pt x="-34472" y="543481"/>
                    <a:pt x="22904" y="658234"/>
                  </a:cubicBezTo>
                  <a:lnTo>
                    <a:pt x="25029" y="663546"/>
                  </a:lnTo>
                  <a:cubicBezTo>
                    <a:pt x="25029" y="663546"/>
                    <a:pt x="82405" y="780424"/>
                    <a:pt x="209908" y="718798"/>
                  </a:cubicBezTo>
                  <a:lnTo>
                    <a:pt x="1064178" y="302288"/>
                  </a:lnTo>
                  <a:lnTo>
                    <a:pt x="1064178" y="796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8" name="Google Shape;258;p43"/>
            <p:cNvSpPr/>
            <p:nvPr/>
          </p:nvSpPr>
          <p:spPr>
            <a:xfrm>
              <a:off x="11105057" y="1128932"/>
              <a:ext cx="1083775" cy="775643"/>
            </a:xfrm>
            <a:custGeom>
              <a:avLst/>
              <a:gdLst/>
              <a:ahLst/>
              <a:cxnLst/>
              <a:rect l="l" t="t" r="r" b="b"/>
              <a:pathLst>
                <a:path w="1083774" h="775642" extrusionOk="0">
                  <a:moveTo>
                    <a:pt x="219924" y="719860"/>
                  </a:moveTo>
                  <a:cubicBezTo>
                    <a:pt x="112609" y="771924"/>
                    <a:pt x="65858" y="683734"/>
                    <a:pt x="60545" y="674172"/>
                  </a:cubicBezTo>
                  <a:lnTo>
                    <a:pt x="58420" y="668859"/>
                  </a:lnTo>
                  <a:cubicBezTo>
                    <a:pt x="9544" y="571107"/>
                    <a:pt x="114734" y="519043"/>
                    <a:pt x="118984" y="515856"/>
                  </a:cubicBezTo>
                  <a:lnTo>
                    <a:pt x="1083756" y="48345"/>
                  </a:lnTo>
                  <a:lnTo>
                    <a:pt x="1083756" y="7969"/>
                  </a:lnTo>
                  <a:lnTo>
                    <a:pt x="103046" y="482917"/>
                  </a:lnTo>
                  <a:cubicBezTo>
                    <a:pt x="100921" y="483980"/>
                    <a:pt x="36107" y="516918"/>
                    <a:pt x="14856" y="578544"/>
                  </a:cubicBezTo>
                  <a:cubicBezTo>
                    <a:pt x="3169" y="613608"/>
                    <a:pt x="6356" y="649733"/>
                    <a:pt x="24419" y="686922"/>
                  </a:cubicBezTo>
                  <a:lnTo>
                    <a:pt x="26544" y="692234"/>
                  </a:lnTo>
                  <a:cubicBezTo>
                    <a:pt x="44607" y="726235"/>
                    <a:pt x="88171" y="775111"/>
                    <a:pt x="157235" y="775111"/>
                  </a:cubicBezTo>
                  <a:cubicBezTo>
                    <a:pt x="180610" y="775111"/>
                    <a:pt x="207173" y="768736"/>
                    <a:pt x="236924" y="754923"/>
                  </a:cubicBezTo>
                  <a:lnTo>
                    <a:pt x="1083756" y="344789"/>
                  </a:lnTo>
                  <a:lnTo>
                    <a:pt x="1083756" y="301226"/>
                  </a:lnTo>
                  <a:lnTo>
                    <a:pt x="219924" y="7198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9" name="Google Shape;259;p43"/>
            <p:cNvSpPr/>
            <p:nvPr/>
          </p:nvSpPr>
          <p:spPr>
            <a:xfrm>
              <a:off x="9994666" y="301226"/>
              <a:ext cx="2199425" cy="1636287"/>
            </a:xfrm>
            <a:custGeom>
              <a:avLst/>
              <a:gdLst/>
              <a:ahLst/>
              <a:cxnLst/>
              <a:rect l="l" t="t" r="r" b="b"/>
              <a:pathLst>
                <a:path w="2199425" h="1636287" extrusionOk="0">
                  <a:moveTo>
                    <a:pt x="538733" y="1550754"/>
                  </a:moveTo>
                  <a:cubicBezTo>
                    <a:pt x="228476" y="1701633"/>
                    <a:pt x="90348" y="1439189"/>
                    <a:pt x="86098" y="1428564"/>
                  </a:cubicBezTo>
                  <a:lnTo>
                    <a:pt x="80785" y="1416876"/>
                  </a:lnTo>
                  <a:cubicBezTo>
                    <a:pt x="24471" y="1303186"/>
                    <a:pt x="35097" y="1196934"/>
                    <a:pt x="115848" y="1102369"/>
                  </a:cubicBezTo>
                  <a:cubicBezTo>
                    <a:pt x="176412" y="1030117"/>
                    <a:pt x="256102" y="989741"/>
                    <a:pt x="257164" y="988679"/>
                  </a:cubicBezTo>
                  <a:lnTo>
                    <a:pt x="2193084" y="49407"/>
                  </a:lnTo>
                  <a:lnTo>
                    <a:pt x="2193084" y="7969"/>
                  </a:lnTo>
                  <a:lnTo>
                    <a:pt x="241226" y="954678"/>
                  </a:lnTo>
                  <a:cubicBezTo>
                    <a:pt x="234851" y="958928"/>
                    <a:pt x="74410" y="1037555"/>
                    <a:pt x="23409" y="1187371"/>
                  </a:cubicBezTo>
                  <a:cubicBezTo>
                    <a:pt x="-3154" y="1265998"/>
                    <a:pt x="4283" y="1348875"/>
                    <a:pt x="47847" y="1433876"/>
                  </a:cubicBezTo>
                  <a:lnTo>
                    <a:pt x="53160" y="1445564"/>
                  </a:lnTo>
                  <a:cubicBezTo>
                    <a:pt x="53160" y="1447689"/>
                    <a:pt x="150912" y="1635756"/>
                    <a:pt x="358104" y="1635756"/>
                  </a:cubicBezTo>
                  <a:cubicBezTo>
                    <a:pt x="415480" y="1635756"/>
                    <a:pt x="481357" y="1621943"/>
                    <a:pt x="555734" y="1585817"/>
                  </a:cubicBezTo>
                  <a:lnTo>
                    <a:pt x="2193084" y="789987"/>
                  </a:lnTo>
                  <a:lnTo>
                    <a:pt x="2193084" y="748548"/>
                  </a:lnTo>
                  <a:lnTo>
                    <a:pt x="538733" y="15507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60" name="Google Shape;260;p43"/>
          <p:cNvSpPr txBox="1">
            <a:spLocks noGrp="1"/>
          </p:cNvSpPr>
          <p:nvPr>
            <p:ph type="title"/>
          </p:nvPr>
        </p:nvSpPr>
        <p:spPr>
          <a:xfrm>
            <a:off x="838200" y="365126"/>
            <a:ext cx="9050518" cy="94549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43"/>
          <p:cNvSpPr/>
          <p:nvPr/>
        </p:nvSpPr>
        <p:spPr>
          <a:xfrm>
            <a:off x="838200" y="1492524"/>
            <a:ext cx="6153912" cy="151200"/>
          </a:xfrm>
          <a:custGeom>
            <a:avLst/>
            <a:gdLst/>
            <a:ahLst/>
            <a:cxnLst/>
            <a:rect l="l" t="t" r="r" b="b"/>
            <a:pathLst>
              <a:path w="4629150" h="123825" extrusionOk="0">
                <a:moveTo>
                  <a:pt x="4568666" y="118586"/>
                </a:moveTo>
                <a:lnTo>
                  <a:pt x="62389" y="118586"/>
                </a:lnTo>
                <a:cubicBezTo>
                  <a:pt x="31909" y="118586"/>
                  <a:pt x="7144" y="92869"/>
                  <a:pt x="7144" y="62389"/>
                </a:cubicBezTo>
                <a:lnTo>
                  <a:pt x="7144" y="62389"/>
                </a:lnTo>
                <a:cubicBezTo>
                  <a:pt x="7144" y="31909"/>
                  <a:pt x="31909" y="7144"/>
                  <a:pt x="62389" y="7144"/>
                </a:cubicBezTo>
                <a:lnTo>
                  <a:pt x="4568666" y="7144"/>
                </a:lnTo>
                <a:cubicBezTo>
                  <a:pt x="4599147" y="7144"/>
                  <a:pt x="4623912" y="31909"/>
                  <a:pt x="4623912" y="62389"/>
                </a:cubicBezTo>
                <a:lnTo>
                  <a:pt x="4623912" y="62389"/>
                </a:lnTo>
                <a:cubicBezTo>
                  <a:pt x="4623912" y="92869"/>
                  <a:pt x="4599147" y="118586"/>
                  <a:pt x="4568666" y="118586"/>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2" name="Google Shape;262;p43"/>
          <p:cNvSpPr txBox="1">
            <a:spLocks noGrp="1"/>
          </p:cNvSpPr>
          <p:nvPr>
            <p:ph type="body" idx="1"/>
          </p:nvPr>
        </p:nvSpPr>
        <p:spPr>
          <a:xfrm>
            <a:off x="838200" y="1825625"/>
            <a:ext cx="5181600" cy="3885380"/>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dk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298450" algn="l">
              <a:lnSpc>
                <a:spcPct val="90000"/>
              </a:lnSpc>
              <a:spcBef>
                <a:spcPts val="500"/>
              </a:spcBef>
              <a:spcAft>
                <a:spcPts val="0"/>
              </a:spcAft>
              <a:buClr>
                <a:schemeClr val="dk1"/>
              </a:buClr>
              <a:buSzPts val="1100"/>
              <a:buChar char="•"/>
              <a:defRPr sz="1100">
                <a:solidFill>
                  <a:schemeClr val="dk1"/>
                </a:solidFill>
              </a:defRPr>
            </a:lvl4pPr>
            <a:lvl5pPr marL="2286000" lvl="4" indent="-298450" algn="l">
              <a:lnSpc>
                <a:spcPct val="90000"/>
              </a:lnSpc>
              <a:spcBef>
                <a:spcPts val="500"/>
              </a:spcBef>
              <a:spcAft>
                <a:spcPts val="0"/>
              </a:spcAft>
              <a:buClr>
                <a:schemeClr val="dk1"/>
              </a:buClr>
              <a:buSzPts val="1100"/>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3" name="Google Shape;263;p43"/>
          <p:cNvSpPr txBox="1">
            <a:spLocks noGrp="1"/>
          </p:cNvSpPr>
          <p:nvPr>
            <p:ph type="body" idx="2"/>
          </p:nvPr>
        </p:nvSpPr>
        <p:spPr>
          <a:xfrm>
            <a:off x="6198110" y="1825624"/>
            <a:ext cx="5181600" cy="3929249"/>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dk1"/>
              </a:buClr>
              <a:buSzPts val="1600"/>
              <a:buChar char="•"/>
              <a:defRPr sz="1600">
                <a:solidFill>
                  <a:schemeClr val="dk1"/>
                </a:solidFill>
              </a:defRPr>
            </a:lvl1pPr>
            <a:lvl2pPr marL="914400" lvl="1" indent="-317500" algn="l">
              <a:lnSpc>
                <a:spcPct val="90000"/>
              </a:lnSpc>
              <a:spcBef>
                <a:spcPts val="500"/>
              </a:spcBef>
              <a:spcAft>
                <a:spcPts val="0"/>
              </a:spcAft>
              <a:buClr>
                <a:schemeClr val="dk1"/>
              </a:buClr>
              <a:buSzPts val="1400"/>
              <a:buChar char="•"/>
              <a:defRPr sz="1400">
                <a:solidFill>
                  <a:schemeClr val="dk1"/>
                </a:solidFill>
              </a:defRPr>
            </a:lvl2pPr>
            <a:lvl3pPr marL="1371600" lvl="2" indent="-304800" algn="l">
              <a:lnSpc>
                <a:spcPct val="90000"/>
              </a:lnSpc>
              <a:spcBef>
                <a:spcPts val="500"/>
              </a:spcBef>
              <a:spcAft>
                <a:spcPts val="0"/>
              </a:spcAft>
              <a:buClr>
                <a:schemeClr val="dk1"/>
              </a:buClr>
              <a:buSzPts val="1200"/>
              <a:buChar char="•"/>
              <a:defRPr sz="1200">
                <a:solidFill>
                  <a:schemeClr val="dk1"/>
                </a:solidFill>
              </a:defRPr>
            </a:lvl3pPr>
            <a:lvl4pPr marL="1828800" lvl="3" indent="-298450" algn="l">
              <a:lnSpc>
                <a:spcPct val="90000"/>
              </a:lnSpc>
              <a:spcBef>
                <a:spcPts val="500"/>
              </a:spcBef>
              <a:spcAft>
                <a:spcPts val="0"/>
              </a:spcAft>
              <a:buClr>
                <a:schemeClr val="dk1"/>
              </a:buClr>
              <a:buSzPts val="1100"/>
              <a:buChar char="•"/>
              <a:defRPr sz="1100">
                <a:solidFill>
                  <a:schemeClr val="dk1"/>
                </a:solidFill>
              </a:defRPr>
            </a:lvl4pPr>
            <a:lvl5pPr marL="2286000" lvl="4" indent="-298450" algn="l">
              <a:lnSpc>
                <a:spcPct val="90000"/>
              </a:lnSpc>
              <a:spcBef>
                <a:spcPts val="500"/>
              </a:spcBef>
              <a:spcAft>
                <a:spcPts val="0"/>
              </a:spcAft>
              <a:buClr>
                <a:schemeClr val="dk1"/>
              </a:buClr>
              <a:buSzPts val="1100"/>
              <a:buChar char="•"/>
              <a:defRPr sz="11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magen con leyenda">
  <p:cSld name="Imagen con leyenda">
    <p:spTree>
      <p:nvGrpSpPr>
        <p:cNvPr id="1" name="Shape 264"/>
        <p:cNvGrpSpPr/>
        <p:nvPr/>
      </p:nvGrpSpPr>
      <p:grpSpPr>
        <a:xfrm>
          <a:off x="0" y="0"/>
          <a:ext cx="0" cy="0"/>
          <a:chOff x="0" y="0"/>
          <a:chExt cx="0" cy="0"/>
        </a:xfrm>
      </p:grpSpPr>
      <p:sp>
        <p:nvSpPr>
          <p:cNvPr id="265" name="Google Shape;265;p44"/>
          <p:cNvSpPr>
            <a:spLocks noGrp="1"/>
          </p:cNvSpPr>
          <p:nvPr>
            <p:ph type="pic" idx="2"/>
          </p:nvPr>
        </p:nvSpPr>
        <p:spPr>
          <a:xfrm>
            <a:off x="5775856" y="532519"/>
            <a:ext cx="6416144" cy="4534825"/>
          </a:xfrm>
          <a:prstGeom prst="rect">
            <a:avLst/>
          </a:prstGeom>
          <a:noFill/>
          <a:ln>
            <a:noFill/>
          </a:ln>
        </p:spPr>
      </p:sp>
      <p:sp>
        <p:nvSpPr>
          <p:cNvPr id="266" name="Google Shape;266;p44"/>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7" name="Google Shape;267;p44"/>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8" name="Google Shape;268;p44"/>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9" name="Google Shape;269;p44"/>
          <p:cNvSpPr txBox="1">
            <a:spLocks noGrp="1"/>
          </p:cNvSpPr>
          <p:nvPr>
            <p:ph type="ftr" idx="11"/>
          </p:nvPr>
        </p:nvSpPr>
        <p:spPr>
          <a:xfrm>
            <a:off x="812290" y="5797769"/>
            <a:ext cx="390879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44"/>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271" name="Google Shape;271;p44"/>
          <p:cNvSpPr/>
          <p:nvPr/>
        </p:nvSpPr>
        <p:spPr>
          <a:xfrm>
            <a:off x="10413777" y="4433244"/>
            <a:ext cx="1782599" cy="30316"/>
          </a:xfrm>
          <a:custGeom>
            <a:avLst/>
            <a:gdLst/>
            <a:ahLst/>
            <a:cxnLst/>
            <a:rect l="l" t="t" r="r" b="b"/>
            <a:pathLst>
              <a:path w="1782599" h="30316" extrusionOk="0">
                <a:moveTo>
                  <a:pt x="0" y="0"/>
                </a:moveTo>
                <a:lnTo>
                  <a:pt x="1782599" y="0"/>
                </a:lnTo>
                <a:lnTo>
                  <a:pt x="1782599" y="30316"/>
                </a:lnTo>
                <a:lnTo>
                  <a:pt x="2488" y="30316"/>
                </a:lnTo>
                <a:lnTo>
                  <a:pt x="643" y="16129"/>
                </a:lnTo>
                <a:cubicBezTo>
                  <a:pt x="40" y="8565"/>
                  <a:pt x="0" y="4104"/>
                  <a:pt x="0" y="3788"/>
                </a:cubicBez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2" name="Google Shape;272;p44"/>
          <p:cNvSpPr/>
          <p:nvPr/>
        </p:nvSpPr>
        <p:spPr>
          <a:xfrm>
            <a:off x="887582" y="2045662"/>
            <a:ext cx="3785313" cy="165305"/>
          </a:xfrm>
          <a:custGeom>
            <a:avLst/>
            <a:gdLst/>
            <a:ahLst/>
            <a:cxnLst/>
            <a:rect l="l" t="t" r="r" b="b"/>
            <a:pathLst>
              <a:path w="3785313" h="165304" extrusionOk="0">
                <a:moveTo>
                  <a:pt x="3700149" y="162194"/>
                </a:moveTo>
                <a:lnTo>
                  <a:pt x="92020" y="162194"/>
                </a:lnTo>
                <a:cubicBezTo>
                  <a:pt x="49066" y="162194"/>
                  <a:pt x="14166" y="127861"/>
                  <a:pt x="14166" y="87171"/>
                </a:cubicBezTo>
                <a:lnTo>
                  <a:pt x="14166" y="87171"/>
                </a:lnTo>
                <a:cubicBezTo>
                  <a:pt x="14166" y="46481"/>
                  <a:pt x="49066" y="13420"/>
                  <a:pt x="92020" y="13420"/>
                </a:cubicBezTo>
                <a:lnTo>
                  <a:pt x="3698806" y="13420"/>
                </a:lnTo>
                <a:cubicBezTo>
                  <a:pt x="3741760" y="13420"/>
                  <a:pt x="3776660" y="46481"/>
                  <a:pt x="3776660" y="87171"/>
                </a:cubicBezTo>
                <a:lnTo>
                  <a:pt x="3776660" y="87171"/>
                </a:lnTo>
                <a:cubicBezTo>
                  <a:pt x="3778002" y="127861"/>
                  <a:pt x="3743102" y="162194"/>
                  <a:pt x="3700149" y="162194"/>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3" name="Google Shape;273;p44"/>
          <p:cNvSpPr/>
          <p:nvPr/>
        </p:nvSpPr>
        <p:spPr>
          <a:xfrm>
            <a:off x="10416941" y="4161024"/>
            <a:ext cx="1785131" cy="543175"/>
          </a:xfrm>
          <a:custGeom>
            <a:avLst/>
            <a:gdLst/>
            <a:ahLst/>
            <a:cxnLst/>
            <a:rect l="l" t="t" r="r" b="b"/>
            <a:pathLst>
              <a:path w="1343025" h="409575" extrusionOk="0">
                <a:moveTo>
                  <a:pt x="1338739" y="7144"/>
                </a:moveTo>
                <a:lnTo>
                  <a:pt x="205264" y="7144"/>
                </a:lnTo>
                <a:cubicBezTo>
                  <a:pt x="205264" y="7144"/>
                  <a:pt x="7144" y="7144"/>
                  <a:pt x="7144" y="201454"/>
                </a:cubicBezTo>
                <a:lnTo>
                  <a:pt x="7144" y="209074"/>
                </a:lnTo>
                <a:cubicBezTo>
                  <a:pt x="7144" y="209074"/>
                  <a:pt x="7144" y="403384"/>
                  <a:pt x="205264" y="403384"/>
                </a:cubicBezTo>
                <a:lnTo>
                  <a:pt x="1338739" y="403384"/>
                </a:lnTo>
                <a:lnTo>
                  <a:pt x="1338739" y="714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4" name="Google Shape;274;p44"/>
          <p:cNvSpPr/>
          <p:nvPr/>
        </p:nvSpPr>
        <p:spPr>
          <a:xfrm>
            <a:off x="8607090" y="4437664"/>
            <a:ext cx="3595584" cy="922135"/>
          </a:xfrm>
          <a:custGeom>
            <a:avLst/>
            <a:gdLst/>
            <a:ahLst/>
            <a:cxnLst/>
            <a:rect l="l" t="t" r="r" b="b"/>
            <a:pathLst>
              <a:path w="2705100" h="695325" extrusionOk="0">
                <a:moveTo>
                  <a:pt x="2697957" y="7144"/>
                </a:moveTo>
                <a:lnTo>
                  <a:pt x="345281" y="7144"/>
                </a:lnTo>
                <a:cubicBezTo>
                  <a:pt x="345281" y="7144"/>
                  <a:pt x="7144" y="7144"/>
                  <a:pt x="7144" y="344329"/>
                </a:cubicBezTo>
                <a:lnTo>
                  <a:pt x="7144" y="356711"/>
                </a:lnTo>
                <a:cubicBezTo>
                  <a:pt x="7144" y="356711"/>
                  <a:pt x="7144" y="693896"/>
                  <a:pt x="345281" y="693896"/>
                </a:cubicBezTo>
                <a:lnTo>
                  <a:pt x="2697957" y="693896"/>
                </a:lnTo>
                <a:lnTo>
                  <a:pt x="2697957"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5" name="Google Shape;275;p44"/>
          <p:cNvSpPr txBox="1">
            <a:spLocks noGrp="1"/>
          </p:cNvSpPr>
          <p:nvPr>
            <p:ph type="title"/>
          </p:nvPr>
        </p:nvSpPr>
        <p:spPr>
          <a:xfrm>
            <a:off x="839788" y="457200"/>
            <a:ext cx="3932237" cy="144272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6" name="Google Shape;276;p44"/>
          <p:cNvSpPr txBox="1">
            <a:spLocks noGrp="1"/>
          </p:cNvSpPr>
          <p:nvPr>
            <p:ph type="body" idx="1"/>
          </p:nvPr>
        </p:nvSpPr>
        <p:spPr>
          <a:xfrm>
            <a:off x="839788" y="2356700"/>
            <a:ext cx="3932237" cy="35122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600"/>
              <a:buNone/>
              <a:defRPr sz="1600"/>
            </a:lvl1pPr>
            <a:lvl2pPr marL="914400" lvl="1" indent="-228600" algn="l">
              <a:lnSpc>
                <a:spcPct val="90000"/>
              </a:lnSpc>
              <a:spcBef>
                <a:spcPts val="500"/>
              </a:spcBef>
              <a:spcAft>
                <a:spcPts val="0"/>
              </a:spcAft>
              <a:buClr>
                <a:schemeClr val="accent1"/>
              </a:buClr>
              <a:buSzPts val="1400"/>
              <a:buNone/>
              <a:defRPr sz="1400"/>
            </a:lvl2pPr>
            <a:lvl3pPr marL="1371600" lvl="2" indent="-228600" algn="l">
              <a:lnSpc>
                <a:spcPct val="90000"/>
              </a:lnSpc>
              <a:spcBef>
                <a:spcPts val="500"/>
              </a:spcBef>
              <a:spcAft>
                <a:spcPts val="0"/>
              </a:spcAft>
              <a:buClr>
                <a:schemeClr val="accent1"/>
              </a:buClr>
              <a:buSzPts val="1200"/>
              <a:buNone/>
              <a:defRPr sz="1200"/>
            </a:lvl3pPr>
            <a:lvl4pPr marL="1828800" lvl="3" indent="-228600" algn="l">
              <a:lnSpc>
                <a:spcPct val="90000"/>
              </a:lnSpc>
              <a:spcBef>
                <a:spcPts val="500"/>
              </a:spcBef>
              <a:spcAft>
                <a:spcPts val="0"/>
              </a:spcAft>
              <a:buClr>
                <a:schemeClr val="accent1"/>
              </a:buClr>
              <a:buSzPts val="1000"/>
              <a:buNone/>
              <a:defRPr sz="1000"/>
            </a:lvl4pPr>
            <a:lvl5pPr marL="2286000" lvl="4" indent="-228600" algn="l">
              <a:lnSpc>
                <a:spcPct val="90000"/>
              </a:lnSpc>
              <a:spcBef>
                <a:spcPts val="500"/>
              </a:spcBef>
              <a:spcAft>
                <a:spcPts val="0"/>
              </a:spcAft>
              <a:buClr>
                <a:schemeClr val="accent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277"/>
        <p:cNvGrpSpPr/>
        <p:nvPr/>
      </p:nvGrpSpPr>
      <p:grpSpPr>
        <a:xfrm>
          <a:off x="0" y="0"/>
          <a:ext cx="0" cy="0"/>
          <a:chOff x="0" y="0"/>
          <a:chExt cx="0" cy="0"/>
        </a:xfrm>
      </p:grpSpPr>
      <p:sp>
        <p:nvSpPr>
          <p:cNvPr id="278" name="Google Shape;278;p45"/>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9" name="Google Shape;279;p45"/>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0" name="Google Shape;280;p45"/>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p45"/>
          <p:cNvSpPr txBox="1">
            <a:spLocks noGrp="1"/>
          </p:cNvSpPr>
          <p:nvPr>
            <p:ph type="ftr" idx="11"/>
          </p:nvPr>
        </p:nvSpPr>
        <p:spPr>
          <a:xfrm>
            <a:off x="812290" y="5797769"/>
            <a:ext cx="390879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2" name="Google Shape;282;p45"/>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sp>
        <p:nvSpPr>
          <p:cNvPr id="283" name="Google Shape;283;p45"/>
          <p:cNvSpPr/>
          <p:nvPr/>
        </p:nvSpPr>
        <p:spPr>
          <a:xfrm>
            <a:off x="10413777" y="4433244"/>
            <a:ext cx="1782599" cy="30316"/>
          </a:xfrm>
          <a:custGeom>
            <a:avLst/>
            <a:gdLst/>
            <a:ahLst/>
            <a:cxnLst/>
            <a:rect l="l" t="t" r="r" b="b"/>
            <a:pathLst>
              <a:path w="1782599" h="30316" extrusionOk="0">
                <a:moveTo>
                  <a:pt x="0" y="0"/>
                </a:moveTo>
                <a:lnTo>
                  <a:pt x="1782599" y="0"/>
                </a:lnTo>
                <a:lnTo>
                  <a:pt x="1782599" y="30316"/>
                </a:lnTo>
                <a:lnTo>
                  <a:pt x="2488" y="30316"/>
                </a:lnTo>
                <a:lnTo>
                  <a:pt x="643" y="16129"/>
                </a:lnTo>
                <a:cubicBezTo>
                  <a:pt x="40" y="8565"/>
                  <a:pt x="0" y="4104"/>
                  <a:pt x="0" y="3788"/>
                </a:cubicBezTo>
                <a:lnTo>
                  <a:pt x="0"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4" name="Google Shape;284;p45"/>
          <p:cNvSpPr/>
          <p:nvPr/>
        </p:nvSpPr>
        <p:spPr>
          <a:xfrm>
            <a:off x="887582" y="2045662"/>
            <a:ext cx="3785313" cy="165305"/>
          </a:xfrm>
          <a:custGeom>
            <a:avLst/>
            <a:gdLst/>
            <a:ahLst/>
            <a:cxnLst/>
            <a:rect l="l" t="t" r="r" b="b"/>
            <a:pathLst>
              <a:path w="3785313" h="165304" extrusionOk="0">
                <a:moveTo>
                  <a:pt x="3700149" y="162194"/>
                </a:moveTo>
                <a:lnTo>
                  <a:pt x="92020" y="162194"/>
                </a:lnTo>
                <a:cubicBezTo>
                  <a:pt x="49066" y="162194"/>
                  <a:pt x="14166" y="127861"/>
                  <a:pt x="14166" y="87171"/>
                </a:cubicBezTo>
                <a:lnTo>
                  <a:pt x="14166" y="87171"/>
                </a:lnTo>
                <a:cubicBezTo>
                  <a:pt x="14166" y="46481"/>
                  <a:pt x="49066" y="13420"/>
                  <a:pt x="92020" y="13420"/>
                </a:cubicBezTo>
                <a:lnTo>
                  <a:pt x="3698806" y="13420"/>
                </a:lnTo>
                <a:cubicBezTo>
                  <a:pt x="3741760" y="13420"/>
                  <a:pt x="3776660" y="46481"/>
                  <a:pt x="3776660" y="87171"/>
                </a:cubicBezTo>
                <a:lnTo>
                  <a:pt x="3776660" y="87171"/>
                </a:lnTo>
                <a:cubicBezTo>
                  <a:pt x="3778002" y="127861"/>
                  <a:pt x="3743102" y="162194"/>
                  <a:pt x="3700149" y="162194"/>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5" name="Google Shape;285;p45"/>
          <p:cNvSpPr/>
          <p:nvPr/>
        </p:nvSpPr>
        <p:spPr>
          <a:xfrm>
            <a:off x="10416941" y="4161024"/>
            <a:ext cx="1785131" cy="543175"/>
          </a:xfrm>
          <a:custGeom>
            <a:avLst/>
            <a:gdLst/>
            <a:ahLst/>
            <a:cxnLst/>
            <a:rect l="l" t="t" r="r" b="b"/>
            <a:pathLst>
              <a:path w="1343025" h="409575" extrusionOk="0">
                <a:moveTo>
                  <a:pt x="1338739" y="7144"/>
                </a:moveTo>
                <a:lnTo>
                  <a:pt x="205264" y="7144"/>
                </a:lnTo>
                <a:cubicBezTo>
                  <a:pt x="205264" y="7144"/>
                  <a:pt x="7144" y="7144"/>
                  <a:pt x="7144" y="201454"/>
                </a:cubicBezTo>
                <a:lnTo>
                  <a:pt x="7144" y="209074"/>
                </a:lnTo>
                <a:cubicBezTo>
                  <a:pt x="7144" y="209074"/>
                  <a:pt x="7144" y="403384"/>
                  <a:pt x="205264" y="403384"/>
                </a:cubicBezTo>
                <a:lnTo>
                  <a:pt x="1338739" y="403384"/>
                </a:lnTo>
                <a:lnTo>
                  <a:pt x="1338739" y="7144"/>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6" name="Google Shape;286;p45"/>
          <p:cNvSpPr/>
          <p:nvPr/>
        </p:nvSpPr>
        <p:spPr>
          <a:xfrm>
            <a:off x="8607090" y="4437664"/>
            <a:ext cx="3595584" cy="922135"/>
          </a:xfrm>
          <a:custGeom>
            <a:avLst/>
            <a:gdLst/>
            <a:ahLst/>
            <a:cxnLst/>
            <a:rect l="l" t="t" r="r" b="b"/>
            <a:pathLst>
              <a:path w="2705100" h="695325" extrusionOk="0">
                <a:moveTo>
                  <a:pt x="2697957" y="7144"/>
                </a:moveTo>
                <a:lnTo>
                  <a:pt x="345281" y="7144"/>
                </a:lnTo>
                <a:cubicBezTo>
                  <a:pt x="345281" y="7144"/>
                  <a:pt x="7144" y="7144"/>
                  <a:pt x="7144" y="344329"/>
                </a:cubicBezTo>
                <a:lnTo>
                  <a:pt x="7144" y="356711"/>
                </a:lnTo>
                <a:cubicBezTo>
                  <a:pt x="7144" y="356711"/>
                  <a:pt x="7144" y="693896"/>
                  <a:pt x="345281" y="693896"/>
                </a:cubicBezTo>
                <a:lnTo>
                  <a:pt x="2697957" y="693896"/>
                </a:lnTo>
                <a:lnTo>
                  <a:pt x="2697957" y="71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7" name="Google Shape;287;p45"/>
          <p:cNvSpPr txBox="1">
            <a:spLocks noGrp="1"/>
          </p:cNvSpPr>
          <p:nvPr>
            <p:ph type="title"/>
          </p:nvPr>
        </p:nvSpPr>
        <p:spPr>
          <a:xfrm>
            <a:off x="839788" y="457200"/>
            <a:ext cx="3932237" cy="144272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45"/>
          <p:cNvSpPr txBox="1">
            <a:spLocks noGrp="1"/>
          </p:cNvSpPr>
          <p:nvPr>
            <p:ph type="body" idx="1"/>
          </p:nvPr>
        </p:nvSpPr>
        <p:spPr>
          <a:xfrm>
            <a:off x="839788" y="2356700"/>
            <a:ext cx="3932237" cy="35122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1600"/>
              <a:buNone/>
              <a:defRPr sz="1600"/>
            </a:lvl1pPr>
            <a:lvl2pPr marL="914400" lvl="1" indent="-228600" algn="l">
              <a:lnSpc>
                <a:spcPct val="90000"/>
              </a:lnSpc>
              <a:spcBef>
                <a:spcPts val="500"/>
              </a:spcBef>
              <a:spcAft>
                <a:spcPts val="0"/>
              </a:spcAft>
              <a:buClr>
                <a:schemeClr val="accent1"/>
              </a:buClr>
              <a:buSzPts val="1400"/>
              <a:buNone/>
              <a:defRPr sz="1400"/>
            </a:lvl2pPr>
            <a:lvl3pPr marL="1371600" lvl="2" indent="-228600" algn="l">
              <a:lnSpc>
                <a:spcPct val="90000"/>
              </a:lnSpc>
              <a:spcBef>
                <a:spcPts val="500"/>
              </a:spcBef>
              <a:spcAft>
                <a:spcPts val="0"/>
              </a:spcAft>
              <a:buClr>
                <a:schemeClr val="accent1"/>
              </a:buClr>
              <a:buSzPts val="1200"/>
              <a:buNone/>
              <a:defRPr sz="1200"/>
            </a:lvl3pPr>
            <a:lvl4pPr marL="1828800" lvl="3" indent="-228600" algn="l">
              <a:lnSpc>
                <a:spcPct val="90000"/>
              </a:lnSpc>
              <a:spcBef>
                <a:spcPts val="500"/>
              </a:spcBef>
              <a:spcAft>
                <a:spcPts val="0"/>
              </a:spcAft>
              <a:buClr>
                <a:schemeClr val="accent1"/>
              </a:buClr>
              <a:buSzPts val="1000"/>
              <a:buNone/>
              <a:defRPr sz="1000"/>
            </a:lvl4pPr>
            <a:lvl5pPr marL="2286000" lvl="4" indent="-228600" algn="l">
              <a:lnSpc>
                <a:spcPct val="90000"/>
              </a:lnSpc>
              <a:spcBef>
                <a:spcPts val="500"/>
              </a:spcBef>
              <a:spcAft>
                <a:spcPts val="0"/>
              </a:spcAft>
              <a:buClr>
                <a:schemeClr val="accent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89" name="Google Shape;289;p45"/>
          <p:cNvSpPr txBox="1">
            <a:spLocks noGrp="1"/>
          </p:cNvSpPr>
          <p:nvPr>
            <p:ph type="body" idx="2"/>
          </p:nvPr>
        </p:nvSpPr>
        <p:spPr>
          <a:xfrm>
            <a:off x="5183188" y="457201"/>
            <a:ext cx="6653212" cy="540385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accent1"/>
              </a:buClr>
              <a:buSzPts val="2000"/>
              <a:buChar char="•"/>
              <a:defRPr sz="2000"/>
            </a:lvl1pPr>
            <a:lvl2pPr marL="914400" lvl="1" indent="-342900" algn="l">
              <a:lnSpc>
                <a:spcPct val="90000"/>
              </a:lnSpc>
              <a:spcBef>
                <a:spcPts val="500"/>
              </a:spcBef>
              <a:spcAft>
                <a:spcPts val="0"/>
              </a:spcAft>
              <a:buClr>
                <a:schemeClr val="accent1"/>
              </a:buClr>
              <a:buSzPts val="1800"/>
              <a:buChar char="•"/>
              <a:defRPr sz="1800"/>
            </a:lvl2pPr>
            <a:lvl3pPr marL="1371600" lvl="2" indent="-330200" algn="l">
              <a:lnSpc>
                <a:spcPct val="90000"/>
              </a:lnSpc>
              <a:spcBef>
                <a:spcPts val="500"/>
              </a:spcBef>
              <a:spcAft>
                <a:spcPts val="0"/>
              </a:spcAft>
              <a:buClr>
                <a:schemeClr val="accent1"/>
              </a:buClr>
              <a:buSzPts val="1600"/>
              <a:buChar char="•"/>
              <a:defRPr sz="1600"/>
            </a:lvl3pPr>
            <a:lvl4pPr marL="1828800" lvl="3" indent="-317500" algn="l">
              <a:lnSpc>
                <a:spcPct val="90000"/>
              </a:lnSpc>
              <a:spcBef>
                <a:spcPts val="500"/>
              </a:spcBef>
              <a:spcAft>
                <a:spcPts val="0"/>
              </a:spcAft>
              <a:buClr>
                <a:schemeClr val="accent1"/>
              </a:buClr>
              <a:buSzPts val="1400"/>
              <a:buChar char="•"/>
              <a:defRPr sz="1400"/>
            </a:lvl4pPr>
            <a:lvl5pPr marL="2286000" lvl="4" indent="-317500" algn="l">
              <a:lnSpc>
                <a:spcPct val="90000"/>
              </a:lnSpc>
              <a:spcBef>
                <a:spcPts val="500"/>
              </a:spcBef>
              <a:spcAft>
                <a:spcPts val="0"/>
              </a:spcAft>
              <a:buClr>
                <a:schemeClr val="accent1"/>
              </a:buClr>
              <a:buSzPts val="1400"/>
              <a:buChar char="•"/>
              <a:defRPr sz="14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290"/>
        <p:cNvGrpSpPr/>
        <p:nvPr/>
      </p:nvGrpSpPr>
      <p:grpSpPr>
        <a:xfrm>
          <a:off x="0" y="0"/>
          <a:ext cx="0" cy="0"/>
          <a:chOff x="0" y="0"/>
          <a:chExt cx="0" cy="0"/>
        </a:xfrm>
      </p:grpSpPr>
      <p:sp>
        <p:nvSpPr>
          <p:cNvPr id="291" name="Google Shape;291;p46"/>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2" name="Google Shape;292;p46"/>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3" name="Google Shape;293;p46"/>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4" name="Google Shape;294;p46"/>
          <p:cNvSpPr txBox="1">
            <a:spLocks noGrp="1"/>
          </p:cNvSpPr>
          <p:nvPr>
            <p:ph type="ftr" idx="11"/>
          </p:nvPr>
        </p:nvSpPr>
        <p:spPr>
          <a:xfrm>
            <a:off x="812290" y="579776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46"/>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grpSp>
        <p:nvGrpSpPr>
          <p:cNvPr id="296" name="Google Shape;296;p46"/>
          <p:cNvGrpSpPr/>
          <p:nvPr/>
        </p:nvGrpSpPr>
        <p:grpSpPr>
          <a:xfrm>
            <a:off x="9999818" y="-7969"/>
            <a:ext cx="2199425" cy="1945482"/>
            <a:chOff x="9994666" y="-7969"/>
            <a:chExt cx="2199425" cy="1945482"/>
          </a:xfrm>
        </p:grpSpPr>
        <p:sp>
          <p:nvSpPr>
            <p:cNvPr id="297" name="Google Shape;297;p46"/>
            <p:cNvSpPr/>
            <p:nvPr/>
          </p:nvSpPr>
          <p:spPr>
            <a:xfrm>
              <a:off x="10712341" y="-7969"/>
              <a:ext cx="1466283" cy="1009398"/>
            </a:xfrm>
            <a:custGeom>
              <a:avLst/>
              <a:gdLst/>
              <a:ahLst/>
              <a:cxnLst/>
              <a:rect l="l" t="t" r="r" b="b"/>
              <a:pathLst>
                <a:path w="1466283" h="1009397" extrusionOk="0">
                  <a:moveTo>
                    <a:pt x="1467972" y="752798"/>
                  </a:moveTo>
                  <a:lnTo>
                    <a:pt x="1221466" y="871801"/>
                  </a:lnTo>
                  <a:cubicBezTo>
                    <a:pt x="928209" y="1015242"/>
                    <a:pt x="660453" y="997179"/>
                    <a:pt x="425635" y="821862"/>
                  </a:cubicBezTo>
                  <a:cubicBezTo>
                    <a:pt x="250319" y="689047"/>
                    <a:pt x="158942" y="512668"/>
                    <a:pt x="158942" y="510543"/>
                  </a:cubicBezTo>
                  <a:lnTo>
                    <a:pt x="145129" y="482917"/>
                  </a:lnTo>
                  <a:cubicBezTo>
                    <a:pt x="61190" y="315038"/>
                    <a:pt x="29314" y="155660"/>
                    <a:pt x="52689" y="7969"/>
                  </a:cubicBezTo>
                  <a:lnTo>
                    <a:pt x="14439" y="7969"/>
                  </a:lnTo>
                  <a:cubicBezTo>
                    <a:pt x="-6812" y="163097"/>
                    <a:pt x="24001" y="327789"/>
                    <a:pt x="111128" y="499918"/>
                  </a:cubicBezTo>
                  <a:lnTo>
                    <a:pt x="124941" y="527543"/>
                  </a:lnTo>
                  <a:cubicBezTo>
                    <a:pt x="129191" y="534981"/>
                    <a:pt x="219506" y="714548"/>
                    <a:pt x="402260" y="851613"/>
                  </a:cubicBezTo>
                  <a:cubicBezTo>
                    <a:pt x="508512" y="931302"/>
                    <a:pt x="656203" y="1004617"/>
                    <a:pt x="845333" y="1004617"/>
                  </a:cubicBezTo>
                  <a:cubicBezTo>
                    <a:pt x="961148" y="1004617"/>
                    <a:pt x="1091838" y="976991"/>
                    <a:pt x="1238467" y="906864"/>
                  </a:cubicBezTo>
                  <a:lnTo>
                    <a:pt x="1467972" y="795299"/>
                  </a:lnTo>
                  <a:lnTo>
                    <a:pt x="1467972" y="752798"/>
                  </a:lnTo>
                  <a:lnTo>
                    <a:pt x="1467972" y="752798"/>
                  </a:lnTo>
                  <a:lnTo>
                    <a:pt x="1467972" y="75279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8" name="Google Shape;298;p46"/>
            <p:cNvSpPr/>
            <p:nvPr/>
          </p:nvSpPr>
          <p:spPr>
            <a:xfrm>
              <a:off x="10014209" y="321414"/>
              <a:ext cx="2178175" cy="1593786"/>
            </a:xfrm>
            <a:custGeom>
              <a:avLst/>
              <a:gdLst/>
              <a:ahLst/>
              <a:cxnLst/>
              <a:rect l="l" t="t" r="r" b="b"/>
              <a:pathLst>
                <a:path w="2178174" h="1593786" extrusionOk="0">
                  <a:moveTo>
                    <a:pt x="231247" y="950428"/>
                  </a:moveTo>
                  <a:cubicBezTo>
                    <a:pt x="231247" y="950428"/>
                    <a:pt x="-101324" y="1111932"/>
                    <a:pt x="45305" y="1404126"/>
                  </a:cubicBezTo>
                  <a:lnTo>
                    <a:pt x="50617" y="1415814"/>
                  </a:lnTo>
                  <a:cubicBezTo>
                    <a:pt x="50617" y="1415814"/>
                    <a:pt x="197246" y="1708008"/>
                    <a:pt x="529816" y="1547566"/>
                  </a:cubicBezTo>
                  <a:lnTo>
                    <a:pt x="2173541" y="749611"/>
                  </a:lnTo>
                  <a:lnTo>
                    <a:pt x="2173541" y="7969"/>
                  </a:lnTo>
                  <a:lnTo>
                    <a:pt x="231247" y="9504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9" name="Google Shape;299;p46"/>
            <p:cNvSpPr/>
            <p:nvPr/>
          </p:nvSpPr>
          <p:spPr>
            <a:xfrm>
              <a:off x="10732016" y="-7969"/>
              <a:ext cx="1455658" cy="839394"/>
            </a:xfrm>
            <a:custGeom>
              <a:avLst/>
              <a:gdLst/>
              <a:ahLst/>
              <a:cxnLst/>
              <a:rect l="l" t="t" r="r" b="b"/>
              <a:pathLst>
                <a:path w="1455658" h="839394" extrusionOk="0">
                  <a:moveTo>
                    <a:pt x="123329" y="521168"/>
                  </a:moveTo>
                  <a:cubicBezTo>
                    <a:pt x="123329" y="521168"/>
                    <a:pt x="212581" y="698610"/>
                    <a:pt x="390022" y="834613"/>
                  </a:cubicBezTo>
                  <a:lnTo>
                    <a:pt x="1455734" y="317163"/>
                  </a:lnTo>
                  <a:lnTo>
                    <a:pt x="1456797" y="7969"/>
                  </a:lnTo>
                  <a:lnTo>
                    <a:pt x="14951" y="7969"/>
                  </a:lnTo>
                  <a:cubicBezTo>
                    <a:pt x="-5237" y="145035"/>
                    <a:pt x="16014" y="307601"/>
                    <a:pt x="109516" y="493543"/>
                  </a:cubicBezTo>
                  <a:lnTo>
                    <a:pt x="123329" y="5211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0" name="Google Shape;300;p46"/>
            <p:cNvSpPr/>
            <p:nvPr/>
          </p:nvSpPr>
          <p:spPr>
            <a:xfrm>
              <a:off x="11124635" y="1146995"/>
              <a:ext cx="1062524" cy="743767"/>
            </a:xfrm>
            <a:custGeom>
              <a:avLst/>
              <a:gdLst/>
              <a:ahLst/>
              <a:cxnLst/>
              <a:rect l="l" t="t" r="r" b="b"/>
              <a:pathLst>
                <a:path w="1062524" h="743766" extrusionOk="0">
                  <a:moveTo>
                    <a:pt x="1064178" y="7969"/>
                  </a:moveTo>
                  <a:lnTo>
                    <a:pt x="91968" y="480792"/>
                  </a:lnTo>
                  <a:cubicBezTo>
                    <a:pt x="91968" y="480792"/>
                    <a:pt x="-34472" y="543481"/>
                    <a:pt x="22904" y="658234"/>
                  </a:cubicBezTo>
                  <a:lnTo>
                    <a:pt x="25029" y="663546"/>
                  </a:lnTo>
                  <a:cubicBezTo>
                    <a:pt x="25029" y="663546"/>
                    <a:pt x="82405" y="780424"/>
                    <a:pt x="209908" y="718798"/>
                  </a:cubicBezTo>
                  <a:lnTo>
                    <a:pt x="1064178" y="302288"/>
                  </a:lnTo>
                  <a:lnTo>
                    <a:pt x="1064178" y="796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1" name="Google Shape;301;p46"/>
            <p:cNvSpPr/>
            <p:nvPr/>
          </p:nvSpPr>
          <p:spPr>
            <a:xfrm>
              <a:off x="11105057" y="1128932"/>
              <a:ext cx="1083775" cy="775643"/>
            </a:xfrm>
            <a:custGeom>
              <a:avLst/>
              <a:gdLst/>
              <a:ahLst/>
              <a:cxnLst/>
              <a:rect l="l" t="t" r="r" b="b"/>
              <a:pathLst>
                <a:path w="1083774" h="775642" extrusionOk="0">
                  <a:moveTo>
                    <a:pt x="219924" y="719860"/>
                  </a:moveTo>
                  <a:cubicBezTo>
                    <a:pt x="112609" y="771924"/>
                    <a:pt x="65858" y="683734"/>
                    <a:pt x="60545" y="674172"/>
                  </a:cubicBezTo>
                  <a:lnTo>
                    <a:pt x="58420" y="668859"/>
                  </a:lnTo>
                  <a:cubicBezTo>
                    <a:pt x="9544" y="571107"/>
                    <a:pt x="114734" y="519043"/>
                    <a:pt x="118984" y="515856"/>
                  </a:cubicBezTo>
                  <a:lnTo>
                    <a:pt x="1083756" y="48345"/>
                  </a:lnTo>
                  <a:lnTo>
                    <a:pt x="1083756" y="7969"/>
                  </a:lnTo>
                  <a:lnTo>
                    <a:pt x="103046" y="482917"/>
                  </a:lnTo>
                  <a:cubicBezTo>
                    <a:pt x="100921" y="483980"/>
                    <a:pt x="36107" y="516918"/>
                    <a:pt x="14856" y="578544"/>
                  </a:cubicBezTo>
                  <a:cubicBezTo>
                    <a:pt x="3169" y="613608"/>
                    <a:pt x="6356" y="649733"/>
                    <a:pt x="24419" y="686922"/>
                  </a:cubicBezTo>
                  <a:lnTo>
                    <a:pt x="26544" y="692234"/>
                  </a:lnTo>
                  <a:cubicBezTo>
                    <a:pt x="44607" y="726235"/>
                    <a:pt x="88171" y="775111"/>
                    <a:pt x="157235" y="775111"/>
                  </a:cubicBezTo>
                  <a:cubicBezTo>
                    <a:pt x="180610" y="775111"/>
                    <a:pt x="207173" y="768736"/>
                    <a:pt x="236924" y="754923"/>
                  </a:cubicBezTo>
                  <a:lnTo>
                    <a:pt x="1083756" y="344789"/>
                  </a:lnTo>
                  <a:lnTo>
                    <a:pt x="1083756" y="301226"/>
                  </a:lnTo>
                  <a:lnTo>
                    <a:pt x="219924" y="7198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 name="Google Shape;302;p46"/>
            <p:cNvSpPr/>
            <p:nvPr/>
          </p:nvSpPr>
          <p:spPr>
            <a:xfrm>
              <a:off x="9994666" y="301226"/>
              <a:ext cx="2199425" cy="1636287"/>
            </a:xfrm>
            <a:custGeom>
              <a:avLst/>
              <a:gdLst/>
              <a:ahLst/>
              <a:cxnLst/>
              <a:rect l="l" t="t" r="r" b="b"/>
              <a:pathLst>
                <a:path w="2199425" h="1636287" extrusionOk="0">
                  <a:moveTo>
                    <a:pt x="538733" y="1550754"/>
                  </a:moveTo>
                  <a:cubicBezTo>
                    <a:pt x="228476" y="1701633"/>
                    <a:pt x="90348" y="1439189"/>
                    <a:pt x="86098" y="1428564"/>
                  </a:cubicBezTo>
                  <a:lnTo>
                    <a:pt x="80785" y="1416876"/>
                  </a:lnTo>
                  <a:cubicBezTo>
                    <a:pt x="24471" y="1303186"/>
                    <a:pt x="35097" y="1196934"/>
                    <a:pt x="115848" y="1102369"/>
                  </a:cubicBezTo>
                  <a:cubicBezTo>
                    <a:pt x="176412" y="1030117"/>
                    <a:pt x="256102" y="989741"/>
                    <a:pt x="257164" y="988679"/>
                  </a:cubicBezTo>
                  <a:lnTo>
                    <a:pt x="2193084" y="49407"/>
                  </a:lnTo>
                  <a:lnTo>
                    <a:pt x="2193084" y="7969"/>
                  </a:lnTo>
                  <a:lnTo>
                    <a:pt x="241226" y="954678"/>
                  </a:lnTo>
                  <a:cubicBezTo>
                    <a:pt x="234851" y="958928"/>
                    <a:pt x="74410" y="1037555"/>
                    <a:pt x="23409" y="1187371"/>
                  </a:cubicBezTo>
                  <a:cubicBezTo>
                    <a:pt x="-3154" y="1265998"/>
                    <a:pt x="4283" y="1348875"/>
                    <a:pt x="47847" y="1433876"/>
                  </a:cubicBezTo>
                  <a:lnTo>
                    <a:pt x="53160" y="1445564"/>
                  </a:lnTo>
                  <a:cubicBezTo>
                    <a:pt x="53160" y="1447689"/>
                    <a:pt x="150912" y="1635756"/>
                    <a:pt x="358104" y="1635756"/>
                  </a:cubicBezTo>
                  <a:cubicBezTo>
                    <a:pt x="415480" y="1635756"/>
                    <a:pt x="481357" y="1621943"/>
                    <a:pt x="555734" y="1585817"/>
                  </a:cubicBezTo>
                  <a:lnTo>
                    <a:pt x="2193084" y="789987"/>
                  </a:lnTo>
                  <a:lnTo>
                    <a:pt x="2193084" y="748548"/>
                  </a:lnTo>
                  <a:lnTo>
                    <a:pt x="538733" y="15507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3" name="Google Shape;303;p46"/>
          <p:cNvSpPr/>
          <p:nvPr/>
        </p:nvSpPr>
        <p:spPr>
          <a:xfrm>
            <a:off x="838200" y="1492524"/>
            <a:ext cx="6408000" cy="151200"/>
          </a:xfrm>
          <a:custGeom>
            <a:avLst/>
            <a:gdLst/>
            <a:ahLst/>
            <a:cxnLst/>
            <a:rect l="l" t="t" r="r" b="b"/>
            <a:pathLst>
              <a:path w="4629150" h="123825" extrusionOk="0">
                <a:moveTo>
                  <a:pt x="4568666" y="118586"/>
                </a:moveTo>
                <a:lnTo>
                  <a:pt x="62389" y="118586"/>
                </a:lnTo>
                <a:cubicBezTo>
                  <a:pt x="31909" y="118586"/>
                  <a:pt x="7144" y="92869"/>
                  <a:pt x="7144" y="62389"/>
                </a:cubicBezTo>
                <a:lnTo>
                  <a:pt x="7144" y="62389"/>
                </a:lnTo>
                <a:cubicBezTo>
                  <a:pt x="7144" y="31909"/>
                  <a:pt x="31909" y="7144"/>
                  <a:pt x="62389" y="7144"/>
                </a:cubicBezTo>
                <a:lnTo>
                  <a:pt x="4568666" y="7144"/>
                </a:lnTo>
                <a:cubicBezTo>
                  <a:pt x="4599147" y="7144"/>
                  <a:pt x="4623912" y="31909"/>
                  <a:pt x="4623912" y="62389"/>
                </a:cubicBezTo>
                <a:lnTo>
                  <a:pt x="4623912" y="62389"/>
                </a:lnTo>
                <a:cubicBezTo>
                  <a:pt x="4623912" y="92869"/>
                  <a:pt x="4599147" y="118586"/>
                  <a:pt x="4568666" y="118586"/>
                </a:cubicBezTo>
                <a:close/>
              </a:path>
            </a:pathLst>
          </a:custGeom>
          <a:gradFill>
            <a:gsLst>
              <a:gs pos="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4" name="Google Shape;304;p46"/>
          <p:cNvSpPr txBox="1">
            <a:spLocks noGrp="1"/>
          </p:cNvSpPr>
          <p:nvPr>
            <p:ph type="title"/>
          </p:nvPr>
        </p:nvSpPr>
        <p:spPr>
          <a:xfrm>
            <a:off x="838200" y="365126"/>
            <a:ext cx="9050518" cy="94549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En blanco">
  <p:cSld name="En blanco">
    <p:spTree>
      <p:nvGrpSpPr>
        <p:cNvPr id="1" name="Shape 305"/>
        <p:cNvGrpSpPr/>
        <p:nvPr/>
      </p:nvGrpSpPr>
      <p:grpSpPr>
        <a:xfrm>
          <a:off x="0" y="0"/>
          <a:ext cx="0" cy="0"/>
          <a:chOff x="0" y="0"/>
          <a:chExt cx="0" cy="0"/>
        </a:xfrm>
      </p:grpSpPr>
      <p:sp>
        <p:nvSpPr>
          <p:cNvPr id="306" name="Google Shape;306;p47"/>
          <p:cNvSpPr/>
          <p:nvPr/>
        </p:nvSpPr>
        <p:spPr>
          <a:xfrm>
            <a:off x="10893420" y="5803030"/>
            <a:ext cx="385200" cy="385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47"/>
          <p:cNvSpPr/>
          <p:nvPr/>
        </p:nvSpPr>
        <p:spPr>
          <a:xfrm>
            <a:off x="11334292" y="5787811"/>
            <a:ext cx="870509" cy="409651"/>
          </a:xfrm>
          <a:custGeom>
            <a:avLst/>
            <a:gdLst/>
            <a:ahLst/>
            <a:cxnLst/>
            <a:rect l="l" t="t" r="r" b="b"/>
            <a:pathLst>
              <a:path w="870509" h="409651" extrusionOk="0">
                <a:moveTo>
                  <a:pt x="203546" y="400690"/>
                </a:moveTo>
                <a:lnTo>
                  <a:pt x="860268" y="400690"/>
                </a:lnTo>
                <a:lnTo>
                  <a:pt x="860268" y="12802"/>
                </a:lnTo>
                <a:lnTo>
                  <a:pt x="203546" y="12802"/>
                </a:lnTo>
                <a:cubicBezTo>
                  <a:pt x="203546" y="12802"/>
                  <a:pt x="12802" y="12802"/>
                  <a:pt x="12802" y="203545"/>
                </a:cubicBezTo>
                <a:lnTo>
                  <a:pt x="12802" y="211226"/>
                </a:lnTo>
                <a:cubicBezTo>
                  <a:pt x="12802" y="209946"/>
                  <a:pt x="12802" y="400690"/>
                  <a:pt x="203546" y="400690"/>
                </a:cubicBezTo>
                <a:close/>
              </a:path>
            </a:pathLst>
          </a:custGeom>
          <a:gradFill>
            <a:gsLst>
              <a:gs pos="0">
                <a:schemeClr val="accent1"/>
              </a:gs>
              <a:gs pos="12000">
                <a:schemeClr val="accent1"/>
              </a:gs>
              <a:gs pos="100000">
                <a:schemeClr val="accent3"/>
              </a:gs>
            </a:gsLst>
            <a:lin ang="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8" name="Google Shape;308;p47"/>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9" name="Google Shape;309;p47"/>
          <p:cNvSpPr txBox="1">
            <a:spLocks noGrp="1"/>
          </p:cNvSpPr>
          <p:nvPr>
            <p:ph type="ftr" idx="11"/>
          </p:nvPr>
        </p:nvSpPr>
        <p:spPr>
          <a:xfrm>
            <a:off x="812290" y="579776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47"/>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s-ES"/>
              <a:t>‹Nº›</a:t>
            </a:fld>
            <a:endParaRPr/>
          </a:p>
        </p:txBody>
      </p:sp>
      <p:grpSp>
        <p:nvGrpSpPr>
          <p:cNvPr id="311" name="Google Shape;311;p47"/>
          <p:cNvGrpSpPr/>
          <p:nvPr/>
        </p:nvGrpSpPr>
        <p:grpSpPr>
          <a:xfrm>
            <a:off x="9999818" y="-7969"/>
            <a:ext cx="2199425" cy="1945482"/>
            <a:chOff x="9994666" y="-7969"/>
            <a:chExt cx="2199425" cy="1945482"/>
          </a:xfrm>
        </p:grpSpPr>
        <p:sp>
          <p:nvSpPr>
            <p:cNvPr id="312" name="Google Shape;312;p47"/>
            <p:cNvSpPr/>
            <p:nvPr/>
          </p:nvSpPr>
          <p:spPr>
            <a:xfrm>
              <a:off x="10712341" y="-7969"/>
              <a:ext cx="1466283" cy="1009398"/>
            </a:xfrm>
            <a:custGeom>
              <a:avLst/>
              <a:gdLst/>
              <a:ahLst/>
              <a:cxnLst/>
              <a:rect l="l" t="t" r="r" b="b"/>
              <a:pathLst>
                <a:path w="1466283" h="1009397" extrusionOk="0">
                  <a:moveTo>
                    <a:pt x="1467972" y="752798"/>
                  </a:moveTo>
                  <a:lnTo>
                    <a:pt x="1221466" y="871801"/>
                  </a:lnTo>
                  <a:cubicBezTo>
                    <a:pt x="928209" y="1015242"/>
                    <a:pt x="660453" y="997179"/>
                    <a:pt x="425635" y="821862"/>
                  </a:cubicBezTo>
                  <a:cubicBezTo>
                    <a:pt x="250319" y="689047"/>
                    <a:pt x="158942" y="512668"/>
                    <a:pt x="158942" y="510543"/>
                  </a:cubicBezTo>
                  <a:lnTo>
                    <a:pt x="145129" y="482917"/>
                  </a:lnTo>
                  <a:cubicBezTo>
                    <a:pt x="61190" y="315038"/>
                    <a:pt x="29314" y="155660"/>
                    <a:pt x="52689" y="7969"/>
                  </a:cubicBezTo>
                  <a:lnTo>
                    <a:pt x="14439" y="7969"/>
                  </a:lnTo>
                  <a:cubicBezTo>
                    <a:pt x="-6812" y="163097"/>
                    <a:pt x="24001" y="327789"/>
                    <a:pt x="111128" y="499918"/>
                  </a:cubicBezTo>
                  <a:lnTo>
                    <a:pt x="124941" y="527543"/>
                  </a:lnTo>
                  <a:cubicBezTo>
                    <a:pt x="129191" y="534981"/>
                    <a:pt x="219506" y="714548"/>
                    <a:pt x="402260" y="851613"/>
                  </a:cubicBezTo>
                  <a:cubicBezTo>
                    <a:pt x="508512" y="931302"/>
                    <a:pt x="656203" y="1004617"/>
                    <a:pt x="845333" y="1004617"/>
                  </a:cubicBezTo>
                  <a:cubicBezTo>
                    <a:pt x="961148" y="1004617"/>
                    <a:pt x="1091838" y="976991"/>
                    <a:pt x="1238467" y="906864"/>
                  </a:cubicBezTo>
                  <a:lnTo>
                    <a:pt x="1467972" y="795299"/>
                  </a:lnTo>
                  <a:lnTo>
                    <a:pt x="1467972" y="752798"/>
                  </a:lnTo>
                  <a:lnTo>
                    <a:pt x="1467972" y="752798"/>
                  </a:lnTo>
                  <a:lnTo>
                    <a:pt x="1467972" y="75279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3" name="Google Shape;313;p47"/>
            <p:cNvSpPr/>
            <p:nvPr/>
          </p:nvSpPr>
          <p:spPr>
            <a:xfrm>
              <a:off x="10014209" y="321414"/>
              <a:ext cx="2178175" cy="1593786"/>
            </a:xfrm>
            <a:custGeom>
              <a:avLst/>
              <a:gdLst/>
              <a:ahLst/>
              <a:cxnLst/>
              <a:rect l="l" t="t" r="r" b="b"/>
              <a:pathLst>
                <a:path w="2178174" h="1593786" extrusionOk="0">
                  <a:moveTo>
                    <a:pt x="231247" y="950428"/>
                  </a:moveTo>
                  <a:cubicBezTo>
                    <a:pt x="231247" y="950428"/>
                    <a:pt x="-101324" y="1111932"/>
                    <a:pt x="45305" y="1404126"/>
                  </a:cubicBezTo>
                  <a:lnTo>
                    <a:pt x="50617" y="1415814"/>
                  </a:lnTo>
                  <a:cubicBezTo>
                    <a:pt x="50617" y="1415814"/>
                    <a:pt x="197246" y="1708008"/>
                    <a:pt x="529816" y="1547566"/>
                  </a:cubicBezTo>
                  <a:lnTo>
                    <a:pt x="2173541" y="749611"/>
                  </a:lnTo>
                  <a:lnTo>
                    <a:pt x="2173541" y="7969"/>
                  </a:lnTo>
                  <a:lnTo>
                    <a:pt x="231247" y="95042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4" name="Google Shape;314;p47"/>
            <p:cNvSpPr/>
            <p:nvPr/>
          </p:nvSpPr>
          <p:spPr>
            <a:xfrm>
              <a:off x="10732016" y="-7969"/>
              <a:ext cx="1455658" cy="839394"/>
            </a:xfrm>
            <a:custGeom>
              <a:avLst/>
              <a:gdLst/>
              <a:ahLst/>
              <a:cxnLst/>
              <a:rect l="l" t="t" r="r" b="b"/>
              <a:pathLst>
                <a:path w="1455658" h="839394" extrusionOk="0">
                  <a:moveTo>
                    <a:pt x="123329" y="521168"/>
                  </a:moveTo>
                  <a:cubicBezTo>
                    <a:pt x="123329" y="521168"/>
                    <a:pt x="212581" y="698610"/>
                    <a:pt x="390022" y="834613"/>
                  </a:cubicBezTo>
                  <a:lnTo>
                    <a:pt x="1455734" y="317163"/>
                  </a:lnTo>
                  <a:lnTo>
                    <a:pt x="1456797" y="7969"/>
                  </a:lnTo>
                  <a:lnTo>
                    <a:pt x="14951" y="7969"/>
                  </a:lnTo>
                  <a:cubicBezTo>
                    <a:pt x="-5237" y="145035"/>
                    <a:pt x="16014" y="307601"/>
                    <a:pt x="109516" y="493543"/>
                  </a:cubicBezTo>
                  <a:lnTo>
                    <a:pt x="123329" y="5211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5" name="Google Shape;315;p47"/>
            <p:cNvSpPr/>
            <p:nvPr/>
          </p:nvSpPr>
          <p:spPr>
            <a:xfrm>
              <a:off x="11124635" y="1146995"/>
              <a:ext cx="1062524" cy="743767"/>
            </a:xfrm>
            <a:custGeom>
              <a:avLst/>
              <a:gdLst/>
              <a:ahLst/>
              <a:cxnLst/>
              <a:rect l="l" t="t" r="r" b="b"/>
              <a:pathLst>
                <a:path w="1062524" h="743766" extrusionOk="0">
                  <a:moveTo>
                    <a:pt x="1064178" y="7969"/>
                  </a:moveTo>
                  <a:lnTo>
                    <a:pt x="91968" y="480792"/>
                  </a:lnTo>
                  <a:cubicBezTo>
                    <a:pt x="91968" y="480792"/>
                    <a:pt x="-34472" y="543481"/>
                    <a:pt x="22904" y="658234"/>
                  </a:cubicBezTo>
                  <a:lnTo>
                    <a:pt x="25029" y="663546"/>
                  </a:lnTo>
                  <a:cubicBezTo>
                    <a:pt x="25029" y="663546"/>
                    <a:pt x="82405" y="780424"/>
                    <a:pt x="209908" y="718798"/>
                  </a:cubicBezTo>
                  <a:lnTo>
                    <a:pt x="1064178" y="302288"/>
                  </a:lnTo>
                  <a:lnTo>
                    <a:pt x="1064178" y="796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6" name="Google Shape;316;p47"/>
            <p:cNvSpPr/>
            <p:nvPr/>
          </p:nvSpPr>
          <p:spPr>
            <a:xfrm>
              <a:off x="11105057" y="1128932"/>
              <a:ext cx="1083775" cy="775643"/>
            </a:xfrm>
            <a:custGeom>
              <a:avLst/>
              <a:gdLst/>
              <a:ahLst/>
              <a:cxnLst/>
              <a:rect l="l" t="t" r="r" b="b"/>
              <a:pathLst>
                <a:path w="1083774" h="775642" extrusionOk="0">
                  <a:moveTo>
                    <a:pt x="219924" y="719860"/>
                  </a:moveTo>
                  <a:cubicBezTo>
                    <a:pt x="112609" y="771924"/>
                    <a:pt x="65858" y="683734"/>
                    <a:pt x="60545" y="674172"/>
                  </a:cubicBezTo>
                  <a:lnTo>
                    <a:pt x="58420" y="668859"/>
                  </a:lnTo>
                  <a:cubicBezTo>
                    <a:pt x="9544" y="571107"/>
                    <a:pt x="114734" y="519043"/>
                    <a:pt x="118984" y="515856"/>
                  </a:cubicBezTo>
                  <a:lnTo>
                    <a:pt x="1083756" y="48345"/>
                  </a:lnTo>
                  <a:lnTo>
                    <a:pt x="1083756" y="7969"/>
                  </a:lnTo>
                  <a:lnTo>
                    <a:pt x="103046" y="482917"/>
                  </a:lnTo>
                  <a:cubicBezTo>
                    <a:pt x="100921" y="483980"/>
                    <a:pt x="36107" y="516918"/>
                    <a:pt x="14856" y="578544"/>
                  </a:cubicBezTo>
                  <a:cubicBezTo>
                    <a:pt x="3169" y="613608"/>
                    <a:pt x="6356" y="649733"/>
                    <a:pt x="24419" y="686922"/>
                  </a:cubicBezTo>
                  <a:lnTo>
                    <a:pt x="26544" y="692234"/>
                  </a:lnTo>
                  <a:cubicBezTo>
                    <a:pt x="44607" y="726235"/>
                    <a:pt x="88171" y="775111"/>
                    <a:pt x="157235" y="775111"/>
                  </a:cubicBezTo>
                  <a:cubicBezTo>
                    <a:pt x="180610" y="775111"/>
                    <a:pt x="207173" y="768736"/>
                    <a:pt x="236924" y="754923"/>
                  </a:cubicBezTo>
                  <a:lnTo>
                    <a:pt x="1083756" y="344789"/>
                  </a:lnTo>
                  <a:lnTo>
                    <a:pt x="1083756" y="301226"/>
                  </a:lnTo>
                  <a:lnTo>
                    <a:pt x="219924" y="71986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7" name="Google Shape;317;p47"/>
            <p:cNvSpPr/>
            <p:nvPr/>
          </p:nvSpPr>
          <p:spPr>
            <a:xfrm>
              <a:off x="9994666" y="301226"/>
              <a:ext cx="2199425" cy="1636287"/>
            </a:xfrm>
            <a:custGeom>
              <a:avLst/>
              <a:gdLst/>
              <a:ahLst/>
              <a:cxnLst/>
              <a:rect l="l" t="t" r="r" b="b"/>
              <a:pathLst>
                <a:path w="2199425" h="1636287" extrusionOk="0">
                  <a:moveTo>
                    <a:pt x="538733" y="1550754"/>
                  </a:moveTo>
                  <a:cubicBezTo>
                    <a:pt x="228476" y="1701633"/>
                    <a:pt x="90348" y="1439189"/>
                    <a:pt x="86098" y="1428564"/>
                  </a:cubicBezTo>
                  <a:lnTo>
                    <a:pt x="80785" y="1416876"/>
                  </a:lnTo>
                  <a:cubicBezTo>
                    <a:pt x="24471" y="1303186"/>
                    <a:pt x="35097" y="1196934"/>
                    <a:pt x="115848" y="1102369"/>
                  </a:cubicBezTo>
                  <a:cubicBezTo>
                    <a:pt x="176412" y="1030117"/>
                    <a:pt x="256102" y="989741"/>
                    <a:pt x="257164" y="988679"/>
                  </a:cubicBezTo>
                  <a:lnTo>
                    <a:pt x="2193084" y="49407"/>
                  </a:lnTo>
                  <a:lnTo>
                    <a:pt x="2193084" y="7969"/>
                  </a:lnTo>
                  <a:lnTo>
                    <a:pt x="241226" y="954678"/>
                  </a:lnTo>
                  <a:cubicBezTo>
                    <a:pt x="234851" y="958928"/>
                    <a:pt x="74410" y="1037555"/>
                    <a:pt x="23409" y="1187371"/>
                  </a:cubicBezTo>
                  <a:cubicBezTo>
                    <a:pt x="-3154" y="1265998"/>
                    <a:pt x="4283" y="1348875"/>
                    <a:pt x="47847" y="1433876"/>
                  </a:cubicBezTo>
                  <a:lnTo>
                    <a:pt x="53160" y="1445564"/>
                  </a:lnTo>
                  <a:cubicBezTo>
                    <a:pt x="53160" y="1447689"/>
                    <a:pt x="150912" y="1635756"/>
                    <a:pt x="358104" y="1635756"/>
                  </a:cubicBezTo>
                  <a:cubicBezTo>
                    <a:pt x="415480" y="1635756"/>
                    <a:pt x="481357" y="1621943"/>
                    <a:pt x="555734" y="1585817"/>
                  </a:cubicBezTo>
                  <a:lnTo>
                    <a:pt x="2193084" y="789987"/>
                  </a:lnTo>
                  <a:lnTo>
                    <a:pt x="2193084" y="748548"/>
                  </a:lnTo>
                  <a:lnTo>
                    <a:pt x="538733" y="15507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1"/>
              </a:buClr>
              <a:buSzPts val="4000"/>
              <a:buFont typeface="Century Gothic"/>
              <a:buNone/>
              <a:defRPr sz="4000" b="1" i="0" u="none" strike="noStrike" cap="non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accent1"/>
              </a:buClr>
              <a:buSzPts val="2800"/>
              <a:buFont typeface="Arial"/>
              <a:buChar char="•"/>
              <a:defRPr sz="2800" b="0" i="0" u="none" strike="noStrike" cap="none">
                <a:solidFill>
                  <a:schemeClr val="accent1"/>
                </a:solidFill>
                <a:latin typeface="Arial"/>
                <a:ea typeface="Arial"/>
                <a:cs typeface="Arial"/>
                <a:sym typeface="Arial"/>
              </a:defRPr>
            </a:lvl1pPr>
            <a:lvl2pPr marL="914400" marR="0" lvl="1" indent="-381000" algn="l" rtl="0">
              <a:lnSpc>
                <a:spcPct val="90000"/>
              </a:lnSpc>
              <a:spcBef>
                <a:spcPts val="500"/>
              </a:spcBef>
              <a:spcAft>
                <a:spcPts val="0"/>
              </a:spcAft>
              <a:buClr>
                <a:schemeClr val="accent1"/>
              </a:buClr>
              <a:buSzPts val="2400"/>
              <a:buFont typeface="Arial"/>
              <a:buChar char="•"/>
              <a:defRPr sz="2400" b="0" i="0" u="none" strike="noStrike" cap="none">
                <a:solidFill>
                  <a:schemeClr val="accent1"/>
                </a:solidFill>
                <a:latin typeface="Arial"/>
                <a:ea typeface="Arial"/>
                <a:cs typeface="Arial"/>
                <a:sym typeface="Arial"/>
              </a:defRPr>
            </a:lvl2pPr>
            <a:lvl3pPr marL="1371600" marR="0" lvl="2"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Arial"/>
                <a:ea typeface="Arial"/>
                <a:cs typeface="Arial"/>
                <a:sym typeface="Arial"/>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Arial"/>
                <a:ea typeface="Arial"/>
                <a:cs typeface="Arial"/>
                <a:sym typeface="Arial"/>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8"/>
          <p:cNvSpPr txBox="1">
            <a:spLocks noGrp="1"/>
          </p:cNvSpPr>
          <p:nvPr>
            <p:ph type="dt" idx="10"/>
          </p:nvPr>
        </p:nvSpPr>
        <p:spPr>
          <a:xfrm>
            <a:off x="4724400" y="5816818"/>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8"/>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000" b="0" i="0" u="none" strike="noStrike" cap="none">
                <a:solidFill>
                  <a:schemeClr val="lt1"/>
                </a:solidFill>
                <a:latin typeface="Arial"/>
                <a:ea typeface="Arial"/>
                <a:cs typeface="Arial"/>
                <a:sym typeface="Arial"/>
              </a:defRPr>
            </a:lvl1pPr>
            <a:lvl2pPr marL="0" marR="0" lvl="1" indent="0" algn="ctr" rtl="0">
              <a:spcBef>
                <a:spcPts val="0"/>
              </a:spcBef>
              <a:buNone/>
              <a:defRPr sz="1000" b="0" i="0" u="none" strike="noStrike" cap="none">
                <a:solidFill>
                  <a:schemeClr val="lt1"/>
                </a:solidFill>
                <a:latin typeface="Arial"/>
                <a:ea typeface="Arial"/>
                <a:cs typeface="Arial"/>
                <a:sym typeface="Arial"/>
              </a:defRPr>
            </a:lvl2pPr>
            <a:lvl3pPr marL="0" marR="0" lvl="2" indent="0" algn="ctr" rtl="0">
              <a:spcBef>
                <a:spcPts val="0"/>
              </a:spcBef>
              <a:buNone/>
              <a:defRPr sz="1000" b="0" i="0" u="none" strike="noStrike" cap="none">
                <a:solidFill>
                  <a:schemeClr val="lt1"/>
                </a:solidFill>
                <a:latin typeface="Arial"/>
                <a:ea typeface="Arial"/>
                <a:cs typeface="Arial"/>
                <a:sym typeface="Arial"/>
              </a:defRPr>
            </a:lvl3pPr>
            <a:lvl4pPr marL="0" marR="0" lvl="3" indent="0" algn="ctr" rtl="0">
              <a:spcBef>
                <a:spcPts val="0"/>
              </a:spcBef>
              <a:buNone/>
              <a:defRPr sz="1000" b="0" i="0" u="none" strike="noStrike" cap="none">
                <a:solidFill>
                  <a:schemeClr val="lt1"/>
                </a:solidFill>
                <a:latin typeface="Arial"/>
                <a:ea typeface="Arial"/>
                <a:cs typeface="Arial"/>
                <a:sym typeface="Arial"/>
              </a:defRPr>
            </a:lvl4pPr>
            <a:lvl5pPr marL="0" marR="0" lvl="4" indent="0" algn="ctr" rtl="0">
              <a:spcBef>
                <a:spcPts val="0"/>
              </a:spcBef>
              <a:buNone/>
              <a:defRPr sz="1000" b="0" i="0" u="none" strike="noStrike" cap="none">
                <a:solidFill>
                  <a:schemeClr val="lt1"/>
                </a:solidFill>
                <a:latin typeface="Arial"/>
                <a:ea typeface="Arial"/>
                <a:cs typeface="Arial"/>
                <a:sym typeface="Arial"/>
              </a:defRPr>
            </a:lvl5pPr>
            <a:lvl6pPr marL="0" marR="0" lvl="5" indent="0" algn="ctr" rtl="0">
              <a:spcBef>
                <a:spcPts val="0"/>
              </a:spcBef>
              <a:buNone/>
              <a:defRPr sz="1000" b="0" i="0" u="none" strike="noStrike" cap="none">
                <a:solidFill>
                  <a:schemeClr val="lt1"/>
                </a:solidFill>
                <a:latin typeface="Arial"/>
                <a:ea typeface="Arial"/>
                <a:cs typeface="Arial"/>
                <a:sym typeface="Arial"/>
              </a:defRPr>
            </a:lvl6pPr>
            <a:lvl7pPr marL="0" marR="0" lvl="6" indent="0" algn="ctr" rtl="0">
              <a:spcBef>
                <a:spcPts val="0"/>
              </a:spcBef>
              <a:buNone/>
              <a:defRPr sz="1000" b="0" i="0" u="none" strike="noStrike" cap="none">
                <a:solidFill>
                  <a:schemeClr val="lt1"/>
                </a:solidFill>
                <a:latin typeface="Arial"/>
                <a:ea typeface="Arial"/>
                <a:cs typeface="Arial"/>
                <a:sym typeface="Arial"/>
              </a:defRPr>
            </a:lvl7pPr>
            <a:lvl8pPr marL="0" marR="0" lvl="7" indent="0" algn="ctr" rtl="0">
              <a:spcBef>
                <a:spcPts val="0"/>
              </a:spcBef>
              <a:buNone/>
              <a:defRPr sz="1000" b="0" i="0" u="none" strike="noStrike" cap="none">
                <a:solidFill>
                  <a:schemeClr val="lt1"/>
                </a:solidFill>
                <a:latin typeface="Arial"/>
                <a:ea typeface="Arial"/>
                <a:cs typeface="Arial"/>
                <a:sym typeface="Arial"/>
              </a:defRPr>
            </a:lvl8pPr>
            <a:lvl9pPr marL="0" marR="0" lvl="8" indent="0" algn="ctr" rtl="0">
              <a:spcBef>
                <a:spcPts val="0"/>
              </a:spcBef>
              <a:buNone/>
              <a:defRPr sz="1000" b="0" i="0" u="none" strike="noStrike" cap="none">
                <a:solidFill>
                  <a:schemeClr val="lt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s-ES"/>
              <a:t>‹Nº›</a:t>
            </a:fld>
            <a:endParaRPr/>
          </a:p>
        </p:txBody>
      </p:sp>
      <p:sp>
        <p:nvSpPr>
          <p:cNvPr id="14" name="Google Shape;14;p28"/>
          <p:cNvSpPr txBox="1">
            <a:spLocks noGrp="1"/>
          </p:cNvSpPr>
          <p:nvPr>
            <p:ph type="ftr" idx="11"/>
          </p:nvPr>
        </p:nvSpPr>
        <p:spPr>
          <a:xfrm>
            <a:off x="812290" y="5816819"/>
            <a:ext cx="3398763"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accen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572">
          <p15:clr>
            <a:srgbClr val="F26B43"/>
          </p15:clr>
        </p15:guide>
        <p15:guide id="2" pos="574">
          <p15:clr>
            <a:srgbClr val="F26B43"/>
          </p15:clr>
        </p15:guide>
        <p15:guide id="3" pos="7106">
          <p15:clr>
            <a:srgbClr val="F26B43"/>
          </p15:clr>
        </p15:guide>
        <p15:guide id="4" orient="horz" pos="3748">
          <p15:clr>
            <a:srgbClr val="F26B43"/>
          </p15:clr>
        </p15:guide>
        <p15:guide id="5" pos="4407">
          <p15:clr>
            <a:srgbClr val="F26B43"/>
          </p15:clr>
        </p15:guide>
        <p15:guide id="6" pos="3273">
          <p15:clr>
            <a:srgbClr val="F26B43"/>
          </p15:clr>
        </p15:guide>
        <p15:guide id="7" pos="3840">
          <p15:clr>
            <a:srgbClr val="F26B43"/>
          </p15:clr>
        </p15:guide>
        <p15:guide id="8"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jp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
          <p:cNvSpPr txBox="1">
            <a:spLocks noGrp="1"/>
          </p:cNvSpPr>
          <p:nvPr>
            <p:ph type="title"/>
          </p:nvPr>
        </p:nvSpPr>
        <p:spPr>
          <a:xfrm>
            <a:off x="758587" y="1475421"/>
            <a:ext cx="10685061" cy="2038878"/>
          </a:xfrm>
          <a:prstGeom prst="rect">
            <a:avLst/>
          </a:prstGeom>
          <a:noFill/>
          <a:ln>
            <a:noFill/>
          </a:ln>
        </p:spPr>
        <p:txBody>
          <a:bodyPr spcFirstLastPara="1" wrap="square" lIns="91425" tIns="45700" rIns="91425" bIns="45700" anchor="ctr" anchorCtr="0">
            <a:noAutofit/>
          </a:bodyPr>
          <a:lstStyle/>
          <a:p>
            <a:pPr lvl="0">
              <a:buSzPts val="5900"/>
            </a:pPr>
            <a:r>
              <a:rPr lang="es-CL" sz="5400" dirty="0"/>
              <a:t>Presentación Portafolio Título</a:t>
            </a:r>
            <a:endParaRPr lang="es-ES" dirty="0"/>
          </a:p>
        </p:txBody>
      </p:sp>
      <p:sp>
        <p:nvSpPr>
          <p:cNvPr id="326" name="Google Shape;326;p1"/>
          <p:cNvSpPr txBox="1"/>
          <p:nvPr/>
        </p:nvSpPr>
        <p:spPr>
          <a:xfrm>
            <a:off x="3768758" y="2947434"/>
            <a:ext cx="3971561" cy="56686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73364"/>
              </a:buClr>
              <a:buSzPts val="1400"/>
              <a:buFont typeface="Arial"/>
              <a:buNone/>
            </a:pPr>
            <a:r>
              <a:rPr lang="es-CL" sz="2400" b="1" i="0" u="none" strike="noStrike" cap="none" dirty="0">
                <a:solidFill>
                  <a:srgbClr val="373364"/>
                </a:solidFill>
                <a:latin typeface="Arial"/>
                <a:ea typeface="Arial"/>
                <a:cs typeface="Arial"/>
                <a:sym typeface="Arial"/>
              </a:rPr>
              <a:t>Gestiona Bodega</a:t>
            </a:r>
            <a:endParaRPr sz="2400" dirty="0"/>
          </a:p>
          <a:p>
            <a:pPr marL="0" marR="0" lvl="0" indent="0" algn="l" rtl="0">
              <a:lnSpc>
                <a:spcPct val="90000"/>
              </a:lnSpc>
              <a:spcBef>
                <a:spcPts val="1000"/>
              </a:spcBef>
              <a:spcAft>
                <a:spcPts val="0"/>
              </a:spcAft>
              <a:buClr>
                <a:srgbClr val="373364"/>
              </a:buClr>
              <a:buSzPts val="1400"/>
              <a:buFont typeface="Arial"/>
              <a:buNone/>
            </a:pPr>
            <a:r>
              <a:rPr lang="es-ES" sz="1400" b="1" i="0" u="none" strike="noStrike" cap="none" dirty="0">
                <a:solidFill>
                  <a:srgbClr val="373364"/>
                </a:solidFill>
                <a:latin typeface="Arial"/>
                <a:ea typeface="Arial"/>
                <a:cs typeface="Arial"/>
                <a:sym typeface="Arial"/>
              </a:rPr>
              <a:t>      </a:t>
            </a:r>
            <a:endParaRPr sz="1400" b="1" i="0" u="none" strike="noStrike" cap="none" dirty="0">
              <a:solidFill>
                <a:srgbClr val="373364"/>
              </a:solidFill>
              <a:latin typeface="Arial"/>
              <a:ea typeface="Arial"/>
              <a:cs typeface="Arial"/>
              <a:sym typeface="Arial"/>
            </a:endParaRPr>
          </a:p>
        </p:txBody>
      </p:sp>
      <p:pic>
        <p:nvPicPr>
          <p:cNvPr id="327" name="Google Shape;327;p1" descr="Logotipo&#10;&#10;Descripción generada automáticamente"/>
          <p:cNvPicPr preferRelativeResize="0"/>
          <p:nvPr/>
        </p:nvPicPr>
        <p:blipFill rotWithShape="1">
          <a:blip r:embed="rId3">
            <a:alphaModFix/>
          </a:blip>
          <a:srcRect/>
          <a:stretch/>
        </p:blipFill>
        <p:spPr>
          <a:xfrm>
            <a:off x="1216059" y="-54911"/>
            <a:ext cx="2387870" cy="587018"/>
          </a:xfrm>
          <a:prstGeom prst="rect">
            <a:avLst/>
          </a:prstGeom>
          <a:noFill/>
          <a:ln>
            <a:noFill/>
          </a:ln>
        </p:spPr>
      </p:pic>
      <p:sp>
        <p:nvSpPr>
          <p:cNvPr id="5" name="CuadroTexto 4">
            <a:extLst>
              <a:ext uri="{FF2B5EF4-FFF2-40B4-BE49-F238E27FC236}">
                <a16:creationId xmlns:a16="http://schemas.microsoft.com/office/drawing/2014/main" id="{535B1A59-1BD3-8F23-1609-1F824265CC2A}"/>
              </a:ext>
            </a:extLst>
          </p:cNvPr>
          <p:cNvSpPr txBox="1"/>
          <p:nvPr/>
        </p:nvSpPr>
        <p:spPr>
          <a:xfrm>
            <a:off x="2704265" y="3880629"/>
            <a:ext cx="6100548" cy="1501950"/>
          </a:xfrm>
          <a:prstGeom prst="rect">
            <a:avLst/>
          </a:prstGeom>
          <a:noFill/>
        </p:spPr>
        <p:txBody>
          <a:bodyPr wrap="square">
            <a:spAutoFit/>
          </a:bodyPr>
          <a:lstStyle/>
          <a:p>
            <a:pPr marL="0" lvl="0" indent="0" algn="ctr" rtl="0">
              <a:lnSpc>
                <a:spcPct val="90000"/>
              </a:lnSpc>
              <a:spcBef>
                <a:spcPts val="0"/>
              </a:spcBef>
              <a:spcAft>
                <a:spcPts val="0"/>
              </a:spcAft>
              <a:buClr>
                <a:schemeClr val="dk1"/>
              </a:buClr>
              <a:buSzPts val="3200"/>
              <a:buNone/>
            </a:pPr>
            <a:r>
              <a:rPr lang="es-ES" sz="3200" dirty="0"/>
              <a:t>Ingeniería Informática</a:t>
            </a:r>
            <a:endParaRPr lang="es-ES" sz="2400" dirty="0"/>
          </a:p>
          <a:p>
            <a:pPr marL="0" lvl="0" indent="0" algn="ctr" rtl="0">
              <a:lnSpc>
                <a:spcPct val="90000"/>
              </a:lnSpc>
              <a:spcBef>
                <a:spcPts val="1000"/>
              </a:spcBef>
              <a:spcAft>
                <a:spcPts val="0"/>
              </a:spcAft>
              <a:buClr>
                <a:schemeClr val="dk1"/>
              </a:buClr>
              <a:buSzPts val="1400"/>
              <a:buNone/>
            </a:pPr>
            <a:r>
              <a:rPr lang="es-ES" sz="1400" dirty="0"/>
              <a:t>Escuela de Informática y Telecomunicaciones</a:t>
            </a:r>
            <a:endParaRPr lang="es-ES" sz="2400" dirty="0"/>
          </a:p>
          <a:p>
            <a:pPr marL="0" lvl="0" indent="0" algn="ctr" rtl="0">
              <a:lnSpc>
                <a:spcPct val="90000"/>
              </a:lnSpc>
              <a:spcBef>
                <a:spcPts val="1000"/>
              </a:spcBef>
              <a:spcAft>
                <a:spcPts val="0"/>
              </a:spcAft>
              <a:buClr>
                <a:schemeClr val="dk1"/>
              </a:buClr>
              <a:buSzPts val="1400"/>
              <a:buNone/>
            </a:pPr>
            <a:r>
              <a:rPr lang="es-ES" sz="1400" dirty="0"/>
              <a:t>Sede Puente Alto</a:t>
            </a:r>
            <a:endParaRPr lang="es-ES" sz="2400" dirty="0"/>
          </a:p>
          <a:p>
            <a:pPr marL="0" lvl="0" indent="0" algn="ctr" rtl="0">
              <a:lnSpc>
                <a:spcPct val="90000"/>
              </a:lnSpc>
              <a:spcBef>
                <a:spcPts val="1000"/>
              </a:spcBef>
              <a:spcAft>
                <a:spcPts val="0"/>
              </a:spcAft>
              <a:buClr>
                <a:schemeClr val="dk1"/>
              </a:buClr>
              <a:buSzPts val="1400"/>
              <a:buNone/>
            </a:pPr>
            <a:r>
              <a:rPr lang="es-ES" sz="1400" dirty="0"/>
              <a:t>2026</a:t>
            </a:r>
            <a:endParaRPr lang="es-ES" sz="2400" dirty="0"/>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2</a:t>
            </a:fld>
            <a:endParaRPr/>
          </a:p>
        </p:txBody>
      </p:sp>
      <p:sp>
        <p:nvSpPr>
          <p:cNvPr id="334" name="Google Shape;334;p2"/>
          <p:cNvSpPr txBox="1"/>
          <p:nvPr/>
        </p:nvSpPr>
        <p:spPr>
          <a:xfrm>
            <a:off x="245660" y="262404"/>
            <a:ext cx="5966567" cy="1517356"/>
          </a:xfrm>
          <a:prstGeom prst="rect">
            <a:avLst/>
          </a:prstGeom>
          <a:noFill/>
          <a:ln>
            <a:noFill/>
          </a:ln>
        </p:spPr>
        <p:txBody>
          <a:bodyPr spcFirstLastPara="1" wrap="square" lIns="91425" tIns="45700" rIns="91425" bIns="45700" anchor="t" anchorCtr="0">
            <a:normAutofit fontScale="92500" lnSpcReduction="20000"/>
          </a:bodyPr>
          <a:lstStyle/>
          <a:p>
            <a:pPr lvl="0" algn="ctr"/>
            <a:r>
              <a:rPr lang="es-CL" sz="6000" dirty="0">
                <a:solidFill>
                  <a:schemeClr val="dk1"/>
                </a:solidFill>
                <a:latin typeface="Calibri"/>
                <a:ea typeface="Calibri"/>
                <a:cs typeface="Calibri"/>
                <a:sym typeface="Calibri"/>
              </a:rPr>
              <a:t>INTEGRANTES DEL PROYECTO</a:t>
            </a:r>
            <a:endParaRPr lang="es-CL" sz="3600" dirty="0">
              <a:solidFill>
                <a:schemeClr val="dk1"/>
              </a:solidFill>
              <a:latin typeface="Calibri"/>
              <a:ea typeface="Calibri"/>
              <a:cs typeface="Calibri"/>
              <a:sym typeface="Calibri"/>
            </a:endParaRPr>
          </a:p>
        </p:txBody>
      </p:sp>
      <p:pic>
        <p:nvPicPr>
          <p:cNvPr id="337" name="Google Shape;337;p2" descr="Logotipo&#10;&#10;Descripción generada automáticamente"/>
          <p:cNvPicPr preferRelativeResize="0"/>
          <p:nvPr/>
        </p:nvPicPr>
        <p:blipFill rotWithShape="1">
          <a:blip r:embed="rId3">
            <a:alphaModFix/>
          </a:blip>
          <a:srcRect/>
          <a:stretch/>
        </p:blipFill>
        <p:spPr>
          <a:xfrm>
            <a:off x="4902065" y="6068822"/>
            <a:ext cx="2387870" cy="587018"/>
          </a:xfrm>
          <a:prstGeom prst="rect">
            <a:avLst/>
          </a:prstGeom>
          <a:noFill/>
          <a:ln>
            <a:noFill/>
          </a:ln>
        </p:spPr>
      </p:pic>
      <p:grpSp>
        <p:nvGrpSpPr>
          <p:cNvPr id="2" name="Google Shape;91;p2">
            <a:extLst>
              <a:ext uri="{FF2B5EF4-FFF2-40B4-BE49-F238E27FC236}">
                <a16:creationId xmlns:a16="http://schemas.microsoft.com/office/drawing/2014/main" id="{6FBBA7A3-D2AC-FC99-B32B-918050BC6915}"/>
              </a:ext>
            </a:extLst>
          </p:cNvPr>
          <p:cNvGrpSpPr/>
          <p:nvPr/>
        </p:nvGrpSpPr>
        <p:grpSpPr>
          <a:xfrm>
            <a:off x="4140717" y="2693630"/>
            <a:ext cx="5513696" cy="2615868"/>
            <a:chOff x="0" y="0"/>
            <a:chExt cx="6781027" cy="3415981"/>
          </a:xfrm>
        </p:grpSpPr>
        <p:sp>
          <p:nvSpPr>
            <p:cNvPr id="3" name="Google Shape;92;p2">
              <a:extLst>
                <a:ext uri="{FF2B5EF4-FFF2-40B4-BE49-F238E27FC236}">
                  <a16:creationId xmlns:a16="http://schemas.microsoft.com/office/drawing/2014/main" id="{B84513C4-4483-3B7A-2858-B2E460839EF9}"/>
                </a:ext>
              </a:extLst>
            </p:cNvPr>
            <p:cNvSpPr/>
            <p:nvPr/>
          </p:nvSpPr>
          <p:spPr>
            <a:xfrm>
              <a:off x="0" y="0"/>
              <a:ext cx="6781017" cy="1067494"/>
            </a:xfrm>
            <a:prstGeom prst="roundRect">
              <a:avLst>
                <a:gd name="adj" fmla="val 10000"/>
              </a:avLst>
            </a:prstGeom>
            <a:gradFill>
              <a:gsLst>
                <a:gs pos="0">
                  <a:srgbClr val="5D7FC9"/>
                </a:gs>
                <a:gs pos="50000">
                  <a:srgbClr val="3A6EC9"/>
                </a:gs>
                <a:gs pos="100000">
                  <a:srgbClr val="2C5EB8"/>
                </a:gs>
              </a:gsLst>
              <a:lin ang="5400000" scaled="0"/>
            </a:gradFill>
            <a:ln>
              <a:noFill/>
            </a:ln>
            <a:effectLst>
              <a:outerShdw blurRad="44587" dist="14862" dir="5400000" algn="ctr" rotWithShape="0">
                <a:srgbClr val="000000">
                  <a:alpha val="63137"/>
                </a:srgbClr>
              </a:outerShdw>
            </a:effectLst>
          </p:spPr>
          <p:txBody>
            <a:bodyPr spcFirstLastPara="1" wrap="square" lIns="71350" tIns="71350" rIns="71350" bIns="71350" anchor="ctr" anchorCtr="0">
              <a:noAutofit/>
            </a:bodyPr>
            <a:lstStyle/>
            <a:p>
              <a:pPr marL="0" lvl="0" indent="0" algn="l" rtl="0">
                <a:spcBef>
                  <a:spcPts val="0"/>
                </a:spcBef>
                <a:spcAft>
                  <a:spcPts val="0"/>
                </a:spcAft>
                <a:buNone/>
              </a:pPr>
              <a:endParaRPr/>
            </a:p>
          </p:txBody>
        </p:sp>
        <p:sp>
          <p:nvSpPr>
            <p:cNvPr id="4" name="Google Shape;93;p2">
              <a:extLst>
                <a:ext uri="{FF2B5EF4-FFF2-40B4-BE49-F238E27FC236}">
                  <a16:creationId xmlns:a16="http://schemas.microsoft.com/office/drawing/2014/main" id="{E4BFA696-6971-8531-6875-9E257902A7EA}"/>
                </a:ext>
              </a:extLst>
            </p:cNvPr>
            <p:cNvSpPr txBox="1"/>
            <p:nvPr/>
          </p:nvSpPr>
          <p:spPr>
            <a:xfrm>
              <a:off x="1462952" y="0"/>
              <a:ext cx="5318064" cy="1067494"/>
            </a:xfrm>
            <a:prstGeom prst="rect">
              <a:avLst/>
            </a:prstGeom>
            <a:noFill/>
            <a:ln>
              <a:noFill/>
            </a:ln>
          </p:spPr>
          <p:txBody>
            <a:bodyPr spcFirstLastPara="1" wrap="square" lIns="62400" tIns="62400" rIns="62400" bIns="62400" anchor="t" anchorCtr="0">
              <a:noAutofit/>
            </a:bodyPr>
            <a:lstStyle/>
            <a:p>
              <a:pPr lvl="0">
                <a:lnSpc>
                  <a:spcPct val="90000"/>
                </a:lnSpc>
                <a:buClr>
                  <a:schemeClr val="lt1"/>
                </a:buClr>
                <a:buSzPts val="1638"/>
              </a:pPr>
              <a:r>
                <a:rPr lang="es-CL" sz="1638" dirty="0">
                  <a:solidFill>
                    <a:schemeClr val="lt1"/>
                  </a:solidFill>
                  <a:latin typeface="Calibri"/>
                  <a:ea typeface="Calibri"/>
                  <a:cs typeface="Calibri"/>
                  <a:sym typeface="Calibri"/>
                </a:rPr>
                <a:t>Jason Tapia </a:t>
              </a:r>
              <a:endParaRPr lang="es-CL" sz="1092" dirty="0"/>
            </a:p>
            <a:p>
              <a:pPr marL="133760" marR="0" lvl="1" indent="-133760" algn="l" rtl="0">
                <a:lnSpc>
                  <a:spcPct val="90000"/>
                </a:lnSpc>
                <a:spcBef>
                  <a:spcPts val="573"/>
                </a:spcBef>
                <a:spcAft>
                  <a:spcPts val="0"/>
                </a:spcAft>
                <a:buClr>
                  <a:schemeClr val="lt1"/>
                </a:buClr>
                <a:buSzPts val="1248"/>
                <a:buFont typeface="Calibri"/>
                <a:buChar char="•"/>
              </a:pPr>
              <a:r>
                <a:rPr lang="es-CL" sz="1248" dirty="0">
                  <a:solidFill>
                    <a:schemeClr val="lt1"/>
                  </a:solidFill>
                  <a:latin typeface="Calibri"/>
                  <a:ea typeface="Calibri"/>
                  <a:cs typeface="Calibri"/>
                  <a:sym typeface="Calibri"/>
                </a:rPr>
                <a:t>Jefe de proyecto/ Gerente de Proyecto Técnico</a:t>
              </a:r>
              <a:endParaRPr sz="1248" b="0" i="0" u="none" strike="noStrike" cap="none" dirty="0">
                <a:solidFill>
                  <a:schemeClr val="lt1"/>
                </a:solidFill>
                <a:latin typeface="Calibri"/>
                <a:ea typeface="Calibri"/>
                <a:cs typeface="Calibri"/>
                <a:sym typeface="Calibri"/>
              </a:endParaRPr>
            </a:p>
            <a:p>
              <a:pPr marL="133760" marR="0" lvl="1" indent="-133760" algn="l" rtl="0">
                <a:lnSpc>
                  <a:spcPct val="90000"/>
                </a:lnSpc>
                <a:spcBef>
                  <a:spcPts val="187"/>
                </a:spcBef>
                <a:spcAft>
                  <a:spcPts val="0"/>
                </a:spcAft>
                <a:buClr>
                  <a:schemeClr val="lt1"/>
                </a:buClr>
                <a:buSzPts val="1248"/>
                <a:buFont typeface="Calibri"/>
                <a:buChar char="•"/>
              </a:pPr>
              <a:r>
                <a:rPr lang="es-CL" sz="1248" dirty="0">
                  <a:solidFill>
                    <a:schemeClr val="lt1"/>
                  </a:solidFill>
                  <a:latin typeface="Calibri"/>
                  <a:ea typeface="Calibri"/>
                  <a:cs typeface="Calibri"/>
                  <a:sym typeface="Calibri"/>
                </a:rPr>
                <a:t>Dirección general y control del cronograma</a:t>
              </a:r>
              <a:endParaRPr sz="1248" b="0" i="0" u="none" strike="noStrike" cap="none" dirty="0">
                <a:solidFill>
                  <a:schemeClr val="lt1"/>
                </a:solidFill>
                <a:latin typeface="Calibri"/>
                <a:ea typeface="Calibri"/>
                <a:cs typeface="Calibri"/>
                <a:sym typeface="Calibri"/>
              </a:endParaRPr>
            </a:p>
          </p:txBody>
        </p:sp>
        <p:sp>
          <p:nvSpPr>
            <p:cNvPr id="5" name="Google Shape;94;p2">
              <a:extLst>
                <a:ext uri="{FF2B5EF4-FFF2-40B4-BE49-F238E27FC236}">
                  <a16:creationId xmlns:a16="http://schemas.microsoft.com/office/drawing/2014/main" id="{077499C3-FD16-2300-7BCB-3C4EEC373941}"/>
                </a:ext>
              </a:extLst>
            </p:cNvPr>
            <p:cNvSpPr/>
            <p:nvPr/>
          </p:nvSpPr>
          <p:spPr>
            <a:xfrm>
              <a:off x="106749" y="106749"/>
              <a:ext cx="1356203" cy="853995"/>
            </a:xfrm>
            <a:prstGeom prst="roundRect">
              <a:avLst>
                <a:gd name="adj" fmla="val 10000"/>
              </a:avLst>
            </a:prstGeom>
            <a:solidFill>
              <a:srgbClr val="BCC5E4"/>
            </a:solidFill>
            <a:ln>
              <a:noFill/>
            </a:ln>
            <a:effectLst>
              <a:outerShdw blurRad="44587" dist="14862" dir="5400000" algn="ctr" rotWithShape="0">
                <a:srgbClr val="000000">
                  <a:alpha val="63137"/>
                </a:srgbClr>
              </a:outerShdw>
            </a:effectLst>
          </p:spPr>
          <p:txBody>
            <a:bodyPr spcFirstLastPara="1" wrap="square" lIns="71350" tIns="71350" rIns="71350" bIns="71350" anchor="ctr" anchorCtr="0">
              <a:noAutofit/>
            </a:bodyPr>
            <a:lstStyle/>
            <a:p>
              <a:pPr marL="0" lvl="0" indent="0" algn="l" rtl="0">
                <a:spcBef>
                  <a:spcPts val="0"/>
                </a:spcBef>
                <a:spcAft>
                  <a:spcPts val="0"/>
                </a:spcAft>
                <a:buNone/>
              </a:pPr>
              <a:endParaRPr/>
            </a:p>
          </p:txBody>
        </p:sp>
        <p:sp>
          <p:nvSpPr>
            <p:cNvPr id="6" name="Google Shape;95;p2">
              <a:extLst>
                <a:ext uri="{FF2B5EF4-FFF2-40B4-BE49-F238E27FC236}">
                  <a16:creationId xmlns:a16="http://schemas.microsoft.com/office/drawing/2014/main" id="{A1F7A2F3-29A1-F875-4D9A-05B8FA6AB230}"/>
                </a:ext>
              </a:extLst>
            </p:cNvPr>
            <p:cNvSpPr/>
            <p:nvPr/>
          </p:nvSpPr>
          <p:spPr>
            <a:xfrm>
              <a:off x="0" y="1174243"/>
              <a:ext cx="6781017" cy="1067494"/>
            </a:xfrm>
            <a:prstGeom prst="roundRect">
              <a:avLst>
                <a:gd name="adj" fmla="val 10000"/>
              </a:avLst>
            </a:prstGeom>
            <a:gradFill>
              <a:gsLst>
                <a:gs pos="0">
                  <a:srgbClr val="5D7FC9"/>
                </a:gs>
                <a:gs pos="50000">
                  <a:srgbClr val="3A6EC9"/>
                </a:gs>
                <a:gs pos="100000">
                  <a:srgbClr val="2C5EB8"/>
                </a:gs>
              </a:gsLst>
              <a:lin ang="5400000" scaled="0"/>
            </a:gradFill>
            <a:ln>
              <a:noFill/>
            </a:ln>
            <a:effectLst>
              <a:outerShdw blurRad="44587" dist="14862" dir="5400000" algn="ctr" rotWithShape="0">
                <a:srgbClr val="000000">
                  <a:alpha val="63137"/>
                </a:srgbClr>
              </a:outerShdw>
            </a:effectLst>
          </p:spPr>
          <p:txBody>
            <a:bodyPr spcFirstLastPara="1" wrap="square" lIns="71350" tIns="71350" rIns="71350" bIns="71350" anchor="ctr" anchorCtr="0">
              <a:noAutofit/>
            </a:bodyPr>
            <a:lstStyle/>
            <a:p>
              <a:pPr marL="0" lvl="0" indent="0" algn="l" rtl="0">
                <a:spcBef>
                  <a:spcPts val="0"/>
                </a:spcBef>
                <a:spcAft>
                  <a:spcPts val="0"/>
                </a:spcAft>
                <a:buNone/>
              </a:pPr>
              <a:endParaRPr/>
            </a:p>
          </p:txBody>
        </p:sp>
        <p:sp>
          <p:nvSpPr>
            <p:cNvPr id="7" name="Google Shape;96;p2">
              <a:extLst>
                <a:ext uri="{FF2B5EF4-FFF2-40B4-BE49-F238E27FC236}">
                  <a16:creationId xmlns:a16="http://schemas.microsoft.com/office/drawing/2014/main" id="{98EC35A6-1EE7-07A8-7696-2AD4B6150387}"/>
                </a:ext>
              </a:extLst>
            </p:cNvPr>
            <p:cNvSpPr txBox="1"/>
            <p:nvPr/>
          </p:nvSpPr>
          <p:spPr>
            <a:xfrm>
              <a:off x="1462927" y="1174293"/>
              <a:ext cx="5318100" cy="1067400"/>
            </a:xfrm>
            <a:prstGeom prst="rect">
              <a:avLst/>
            </a:prstGeom>
            <a:noFill/>
            <a:ln>
              <a:noFill/>
            </a:ln>
          </p:spPr>
          <p:txBody>
            <a:bodyPr spcFirstLastPara="1" wrap="square" lIns="62400" tIns="62400" rIns="62400" bIns="62400" anchor="t" anchorCtr="0">
              <a:noAutofit/>
            </a:bodyPr>
            <a:lstStyle/>
            <a:p>
              <a:pPr marL="0" marR="0" lvl="0" indent="0" algn="l" rtl="0">
                <a:lnSpc>
                  <a:spcPct val="90000"/>
                </a:lnSpc>
                <a:spcBef>
                  <a:spcPts val="0"/>
                </a:spcBef>
                <a:spcAft>
                  <a:spcPts val="0"/>
                </a:spcAft>
                <a:buClr>
                  <a:schemeClr val="lt1"/>
                </a:buClr>
                <a:buSzPts val="1638"/>
                <a:buFont typeface="Calibri"/>
                <a:buNone/>
              </a:pPr>
              <a:r>
                <a:rPr lang="es-CL" sz="1638" dirty="0">
                  <a:solidFill>
                    <a:schemeClr val="lt1"/>
                  </a:solidFill>
                  <a:latin typeface="Calibri"/>
                  <a:ea typeface="Calibri"/>
                  <a:cs typeface="Calibri"/>
                  <a:sym typeface="Calibri"/>
                </a:rPr>
                <a:t>Carlos Peña</a:t>
              </a:r>
              <a:endParaRPr sz="1638" b="0" i="0" u="none" strike="noStrike" cap="none" dirty="0">
                <a:solidFill>
                  <a:schemeClr val="lt1"/>
                </a:solidFill>
                <a:latin typeface="Calibri"/>
                <a:ea typeface="Calibri"/>
                <a:cs typeface="Calibri"/>
                <a:sym typeface="Calibri"/>
              </a:endParaRPr>
            </a:p>
            <a:p>
              <a:pPr marL="133760" marR="0" lvl="1" indent="-133760" algn="l" rtl="0">
                <a:lnSpc>
                  <a:spcPct val="90000"/>
                </a:lnSpc>
                <a:spcBef>
                  <a:spcPts val="573"/>
                </a:spcBef>
                <a:spcAft>
                  <a:spcPts val="0"/>
                </a:spcAft>
                <a:buClr>
                  <a:schemeClr val="lt1"/>
                </a:buClr>
                <a:buSzPts val="1248"/>
                <a:buFont typeface="Calibri"/>
                <a:buChar char="•"/>
              </a:pPr>
              <a:r>
                <a:rPr lang="es-CL" sz="1248" dirty="0">
                  <a:solidFill>
                    <a:schemeClr val="lt1"/>
                  </a:solidFill>
                  <a:latin typeface="Calibri"/>
                  <a:ea typeface="Calibri"/>
                  <a:cs typeface="Calibri"/>
                  <a:sym typeface="Calibri"/>
                </a:rPr>
                <a:t>Analista Programador (</a:t>
              </a:r>
              <a:r>
                <a:rPr lang="es-CL" sz="1248" dirty="0" err="1">
                  <a:solidFill>
                    <a:schemeClr val="lt1"/>
                  </a:solidFill>
                  <a:latin typeface="Calibri"/>
                  <a:ea typeface="Calibri"/>
                  <a:cs typeface="Calibri"/>
                  <a:sym typeface="Calibri"/>
                </a:rPr>
                <a:t>Backend</a:t>
              </a:r>
              <a:r>
                <a:rPr lang="es-CL" sz="1248" dirty="0">
                  <a:solidFill>
                    <a:schemeClr val="lt1"/>
                  </a:solidFill>
                  <a:latin typeface="Calibri"/>
                  <a:ea typeface="Calibri"/>
                  <a:cs typeface="Calibri"/>
                  <a:sym typeface="Calibri"/>
                </a:rPr>
                <a:t> y API)</a:t>
              </a:r>
              <a:endParaRPr sz="1248" b="0" i="0" u="none" strike="noStrike" cap="none" dirty="0">
                <a:solidFill>
                  <a:schemeClr val="lt1"/>
                </a:solidFill>
                <a:latin typeface="Calibri"/>
                <a:ea typeface="Calibri"/>
                <a:cs typeface="Calibri"/>
                <a:sym typeface="Calibri"/>
              </a:endParaRPr>
            </a:p>
            <a:p>
              <a:pPr marL="133760" marR="0" lvl="1" indent="-133760" algn="l" rtl="0">
                <a:lnSpc>
                  <a:spcPct val="90000"/>
                </a:lnSpc>
                <a:spcBef>
                  <a:spcPts val="187"/>
                </a:spcBef>
                <a:spcAft>
                  <a:spcPts val="0"/>
                </a:spcAft>
                <a:buClr>
                  <a:schemeClr val="lt1"/>
                </a:buClr>
                <a:buSzPts val="1248"/>
                <a:buFont typeface="Calibri"/>
                <a:buChar char="•"/>
              </a:pPr>
              <a:r>
                <a:rPr lang="es-CL" sz="1248" dirty="0">
                  <a:solidFill>
                    <a:schemeClr val="lt1"/>
                  </a:solidFill>
                  <a:latin typeface="Calibri"/>
                  <a:ea typeface="Calibri"/>
                  <a:cs typeface="Calibri"/>
                  <a:sym typeface="Calibri"/>
                </a:rPr>
                <a:t>Desarrollo de la app móvil, web y </a:t>
              </a:r>
              <a:r>
                <a:rPr lang="es-CL" sz="1248" dirty="0" err="1">
                  <a:solidFill>
                    <a:schemeClr val="lt1"/>
                  </a:solidFill>
                  <a:latin typeface="Calibri"/>
                  <a:ea typeface="Calibri"/>
                  <a:cs typeface="Calibri"/>
                  <a:sym typeface="Calibri"/>
                </a:rPr>
                <a:t>backend</a:t>
              </a:r>
              <a:endParaRPr sz="1248" b="0" i="0" u="none" strike="noStrike" cap="none" dirty="0">
                <a:solidFill>
                  <a:schemeClr val="lt1"/>
                </a:solidFill>
                <a:latin typeface="Calibri"/>
                <a:ea typeface="Calibri"/>
                <a:cs typeface="Calibri"/>
                <a:sym typeface="Calibri"/>
              </a:endParaRPr>
            </a:p>
          </p:txBody>
        </p:sp>
        <p:sp>
          <p:nvSpPr>
            <p:cNvPr id="8" name="Google Shape;97;p2">
              <a:extLst>
                <a:ext uri="{FF2B5EF4-FFF2-40B4-BE49-F238E27FC236}">
                  <a16:creationId xmlns:a16="http://schemas.microsoft.com/office/drawing/2014/main" id="{60284BF3-E77F-9BF2-6C26-8B24E632E668}"/>
                </a:ext>
              </a:extLst>
            </p:cNvPr>
            <p:cNvSpPr/>
            <p:nvPr/>
          </p:nvSpPr>
          <p:spPr>
            <a:xfrm>
              <a:off x="106749" y="1280992"/>
              <a:ext cx="1356203" cy="853995"/>
            </a:xfrm>
            <a:prstGeom prst="roundRect">
              <a:avLst>
                <a:gd name="adj" fmla="val 10000"/>
              </a:avLst>
            </a:prstGeom>
            <a:solidFill>
              <a:srgbClr val="BCC5E4"/>
            </a:solidFill>
            <a:ln>
              <a:noFill/>
            </a:ln>
            <a:effectLst>
              <a:outerShdw blurRad="44587" dist="14862" dir="5400000" algn="ctr" rotWithShape="0">
                <a:srgbClr val="000000">
                  <a:alpha val="63137"/>
                </a:srgbClr>
              </a:outerShdw>
            </a:effectLst>
          </p:spPr>
          <p:txBody>
            <a:bodyPr spcFirstLastPara="1" wrap="square" lIns="71350" tIns="71350" rIns="71350" bIns="71350" anchor="ctr" anchorCtr="0">
              <a:noAutofit/>
            </a:bodyPr>
            <a:lstStyle/>
            <a:p>
              <a:pPr marL="0" lvl="0" indent="0" algn="l" rtl="0">
                <a:spcBef>
                  <a:spcPts val="0"/>
                </a:spcBef>
                <a:spcAft>
                  <a:spcPts val="0"/>
                </a:spcAft>
                <a:buNone/>
              </a:pPr>
              <a:endParaRPr/>
            </a:p>
          </p:txBody>
        </p:sp>
        <p:sp>
          <p:nvSpPr>
            <p:cNvPr id="9" name="Google Shape;98;p2">
              <a:extLst>
                <a:ext uri="{FF2B5EF4-FFF2-40B4-BE49-F238E27FC236}">
                  <a16:creationId xmlns:a16="http://schemas.microsoft.com/office/drawing/2014/main" id="{8BA6E28A-61E0-D049-15F4-7B1809EBA132}"/>
                </a:ext>
              </a:extLst>
            </p:cNvPr>
            <p:cNvSpPr/>
            <p:nvPr/>
          </p:nvSpPr>
          <p:spPr>
            <a:xfrm>
              <a:off x="0" y="2348487"/>
              <a:ext cx="6781017" cy="1067494"/>
            </a:xfrm>
            <a:prstGeom prst="roundRect">
              <a:avLst>
                <a:gd name="adj" fmla="val 10000"/>
              </a:avLst>
            </a:prstGeom>
            <a:gradFill>
              <a:gsLst>
                <a:gs pos="0">
                  <a:srgbClr val="5D7FC9"/>
                </a:gs>
                <a:gs pos="50000">
                  <a:srgbClr val="3A6EC9"/>
                </a:gs>
                <a:gs pos="100000">
                  <a:srgbClr val="2C5EB8"/>
                </a:gs>
              </a:gsLst>
              <a:lin ang="5400000" scaled="0"/>
            </a:gradFill>
            <a:ln>
              <a:noFill/>
            </a:ln>
            <a:effectLst>
              <a:outerShdw blurRad="44587" dist="14862" dir="5400000" algn="ctr" rotWithShape="0">
                <a:srgbClr val="000000">
                  <a:alpha val="63137"/>
                </a:srgbClr>
              </a:outerShdw>
            </a:effectLst>
          </p:spPr>
          <p:txBody>
            <a:bodyPr spcFirstLastPara="1" wrap="square" lIns="71350" tIns="71350" rIns="71350" bIns="71350" anchor="ctr" anchorCtr="0">
              <a:noAutofit/>
            </a:bodyPr>
            <a:lstStyle/>
            <a:p>
              <a:pPr marL="0" lvl="0" indent="0" algn="l" rtl="0">
                <a:spcBef>
                  <a:spcPts val="0"/>
                </a:spcBef>
                <a:spcAft>
                  <a:spcPts val="0"/>
                </a:spcAft>
                <a:buNone/>
              </a:pPr>
              <a:endParaRPr/>
            </a:p>
          </p:txBody>
        </p:sp>
        <p:sp>
          <p:nvSpPr>
            <p:cNvPr id="10" name="Google Shape;99;p2">
              <a:extLst>
                <a:ext uri="{FF2B5EF4-FFF2-40B4-BE49-F238E27FC236}">
                  <a16:creationId xmlns:a16="http://schemas.microsoft.com/office/drawing/2014/main" id="{12E5EAED-D88B-18FF-1A3A-87C9DEACC780}"/>
                </a:ext>
              </a:extLst>
            </p:cNvPr>
            <p:cNvSpPr txBox="1"/>
            <p:nvPr/>
          </p:nvSpPr>
          <p:spPr>
            <a:xfrm>
              <a:off x="1462952" y="2348487"/>
              <a:ext cx="5318064" cy="1067494"/>
            </a:xfrm>
            <a:prstGeom prst="rect">
              <a:avLst/>
            </a:prstGeom>
            <a:noFill/>
            <a:ln>
              <a:noFill/>
            </a:ln>
          </p:spPr>
          <p:txBody>
            <a:bodyPr spcFirstLastPara="1" wrap="square" lIns="62400" tIns="62400" rIns="62400" bIns="62400" anchor="t" anchorCtr="0">
              <a:noAutofit/>
            </a:bodyPr>
            <a:lstStyle/>
            <a:p>
              <a:pPr marL="0" marR="0" lvl="0" indent="0" algn="l" rtl="0">
                <a:lnSpc>
                  <a:spcPct val="90000"/>
                </a:lnSpc>
                <a:spcBef>
                  <a:spcPts val="0"/>
                </a:spcBef>
                <a:spcAft>
                  <a:spcPts val="0"/>
                </a:spcAft>
                <a:buClr>
                  <a:schemeClr val="lt1"/>
                </a:buClr>
                <a:buSzPts val="1638"/>
                <a:buFont typeface="Calibri"/>
                <a:buNone/>
              </a:pPr>
              <a:r>
                <a:rPr lang="es-CL" sz="1638" dirty="0">
                  <a:solidFill>
                    <a:schemeClr val="lt1"/>
                  </a:solidFill>
                  <a:latin typeface="Calibri"/>
                  <a:ea typeface="Calibri"/>
                  <a:cs typeface="Calibri"/>
                  <a:sym typeface="Calibri"/>
                </a:rPr>
                <a:t>Nicolas Romero </a:t>
              </a:r>
              <a:endParaRPr sz="1092" dirty="0"/>
            </a:p>
            <a:p>
              <a:pPr marL="0" lvl="0" indent="0" algn="l" rtl="0">
                <a:lnSpc>
                  <a:spcPct val="90000"/>
                </a:lnSpc>
                <a:spcBef>
                  <a:spcPts val="573"/>
                </a:spcBef>
                <a:spcAft>
                  <a:spcPts val="0"/>
                </a:spcAft>
                <a:buNone/>
              </a:pPr>
              <a:r>
                <a:rPr lang="es-CL" sz="1248" dirty="0">
                  <a:solidFill>
                    <a:schemeClr val="lt1"/>
                  </a:solidFill>
                  <a:latin typeface="Calibri"/>
                  <a:ea typeface="Calibri"/>
                  <a:cs typeface="Calibri"/>
                  <a:sym typeface="Calibri"/>
                </a:rPr>
                <a:t>Analista Programador (</a:t>
              </a:r>
              <a:r>
                <a:rPr lang="es-CL" sz="1248" dirty="0" err="1">
                  <a:solidFill>
                    <a:schemeClr val="lt1"/>
                  </a:solidFill>
                  <a:latin typeface="Calibri"/>
                  <a:ea typeface="Calibri"/>
                  <a:cs typeface="Calibri"/>
                  <a:sym typeface="Calibri"/>
                </a:rPr>
                <a:t>Frontend</a:t>
              </a:r>
              <a:r>
                <a:rPr lang="es-CL" sz="1248" dirty="0">
                  <a:solidFill>
                    <a:schemeClr val="lt1"/>
                  </a:solidFill>
                  <a:latin typeface="Calibri"/>
                  <a:ea typeface="Calibri"/>
                  <a:cs typeface="Calibri"/>
                  <a:sym typeface="Calibri"/>
                </a:rPr>
                <a:t> Móvil </a:t>
              </a:r>
              <a:r>
                <a:rPr lang="es-CL" sz="1248" dirty="0" err="1">
                  <a:solidFill>
                    <a:schemeClr val="lt1"/>
                  </a:solidFill>
                  <a:latin typeface="Calibri"/>
                  <a:ea typeface="Calibri"/>
                  <a:cs typeface="Calibri"/>
                  <a:sym typeface="Calibri"/>
                </a:rPr>
                <a:t>Flutter</a:t>
              </a:r>
              <a:r>
                <a:rPr lang="es-CL" sz="1248" dirty="0">
                  <a:solidFill>
                    <a:schemeClr val="lt1"/>
                  </a:solidFill>
                  <a:latin typeface="Calibri"/>
                  <a:ea typeface="Calibri"/>
                  <a:cs typeface="Calibri"/>
                  <a:sym typeface="Calibri"/>
                </a:rPr>
                <a:t>)</a:t>
              </a:r>
              <a:endParaRPr sz="1092" dirty="0"/>
            </a:p>
            <a:p>
              <a:pPr marL="133760" marR="0" lvl="1" indent="-133760" algn="l" rtl="0">
                <a:lnSpc>
                  <a:spcPct val="90000"/>
                </a:lnSpc>
                <a:spcBef>
                  <a:spcPts val="187"/>
                </a:spcBef>
                <a:spcAft>
                  <a:spcPts val="0"/>
                </a:spcAft>
                <a:buClr>
                  <a:schemeClr val="lt1"/>
                </a:buClr>
                <a:buSzPts val="1248"/>
                <a:buFont typeface="Calibri"/>
                <a:buChar char="•"/>
              </a:pPr>
              <a:r>
                <a:rPr lang="es-CL" sz="1248" dirty="0">
                  <a:solidFill>
                    <a:schemeClr val="lt1"/>
                  </a:solidFill>
                  <a:latin typeface="Calibri"/>
                  <a:ea typeface="Calibri"/>
                  <a:cs typeface="Calibri"/>
                  <a:sym typeface="Calibri"/>
                </a:rPr>
                <a:t>Desarrollo de la app móvil, web y </a:t>
              </a:r>
              <a:r>
                <a:rPr lang="es-CL" sz="1248" dirty="0" err="1">
                  <a:solidFill>
                    <a:schemeClr val="lt1"/>
                  </a:solidFill>
                  <a:latin typeface="Calibri"/>
                  <a:ea typeface="Calibri"/>
                  <a:cs typeface="Calibri"/>
                  <a:sym typeface="Calibri"/>
                </a:rPr>
                <a:t>backend</a:t>
              </a:r>
              <a:endParaRPr sz="1092" dirty="0"/>
            </a:p>
          </p:txBody>
        </p:sp>
        <p:sp>
          <p:nvSpPr>
            <p:cNvPr id="11" name="Google Shape;100;p2">
              <a:extLst>
                <a:ext uri="{FF2B5EF4-FFF2-40B4-BE49-F238E27FC236}">
                  <a16:creationId xmlns:a16="http://schemas.microsoft.com/office/drawing/2014/main" id="{DEDB7363-8873-8C79-30DB-201996423BF9}"/>
                </a:ext>
              </a:extLst>
            </p:cNvPr>
            <p:cNvSpPr/>
            <p:nvPr/>
          </p:nvSpPr>
          <p:spPr>
            <a:xfrm>
              <a:off x="106749" y="2455236"/>
              <a:ext cx="1356203" cy="853995"/>
            </a:xfrm>
            <a:prstGeom prst="roundRect">
              <a:avLst>
                <a:gd name="adj" fmla="val 10000"/>
              </a:avLst>
            </a:prstGeom>
            <a:solidFill>
              <a:srgbClr val="BCC5E4"/>
            </a:solidFill>
            <a:ln>
              <a:noFill/>
            </a:ln>
            <a:effectLst>
              <a:outerShdw blurRad="44587" dist="14862" dir="5400000" algn="ctr" rotWithShape="0">
                <a:srgbClr val="000000">
                  <a:alpha val="63137"/>
                </a:srgbClr>
              </a:outerShdw>
            </a:effectLst>
          </p:spPr>
          <p:txBody>
            <a:bodyPr spcFirstLastPara="1" wrap="square" lIns="71350" tIns="71350" rIns="71350" bIns="71350" anchor="ctr" anchorCtr="0">
              <a:noAutofit/>
            </a:bodyPr>
            <a:lstStyle/>
            <a:p>
              <a:pPr marL="0" lvl="0" indent="0" algn="l" rtl="0">
                <a:spcBef>
                  <a:spcPts val="0"/>
                </a:spcBef>
                <a:spcAft>
                  <a:spcPts val="0"/>
                </a:spcAft>
                <a:buNone/>
              </a:pPr>
              <a:endParaRPr/>
            </a:p>
          </p:txBody>
        </p:sp>
      </p:grpSp>
      <p:pic>
        <p:nvPicPr>
          <p:cNvPr id="12" name="Google Shape;106;p2" title="WhatsApp Image 2026-09-06 at 9.34.47 PM.jpeg">
            <a:extLst>
              <a:ext uri="{FF2B5EF4-FFF2-40B4-BE49-F238E27FC236}">
                <a16:creationId xmlns:a16="http://schemas.microsoft.com/office/drawing/2014/main" id="{D874F1B6-2466-8AA7-C3B7-E1A961D09029}"/>
              </a:ext>
            </a:extLst>
          </p:cNvPr>
          <p:cNvPicPr preferRelativeResize="0"/>
          <p:nvPr/>
        </p:nvPicPr>
        <p:blipFill>
          <a:blip r:embed="rId4">
            <a:alphaModFix/>
          </a:blip>
          <a:stretch>
            <a:fillRect/>
          </a:stretch>
        </p:blipFill>
        <p:spPr>
          <a:xfrm>
            <a:off x="4222346" y="2720925"/>
            <a:ext cx="1123597" cy="750167"/>
          </a:xfrm>
          <a:prstGeom prst="rect">
            <a:avLst/>
          </a:prstGeom>
          <a:noFill/>
          <a:ln>
            <a:noFill/>
          </a:ln>
        </p:spPr>
      </p:pic>
      <p:pic>
        <p:nvPicPr>
          <p:cNvPr id="13" name="Google Shape;107;p2" title="WhatsApp Image 2026-09-06 at 10.01.40 PM.jpeg">
            <a:extLst>
              <a:ext uri="{FF2B5EF4-FFF2-40B4-BE49-F238E27FC236}">
                <a16:creationId xmlns:a16="http://schemas.microsoft.com/office/drawing/2014/main" id="{245153CD-B927-0471-679D-8141143DCE1E}"/>
              </a:ext>
            </a:extLst>
          </p:cNvPr>
          <p:cNvPicPr preferRelativeResize="0"/>
          <p:nvPr/>
        </p:nvPicPr>
        <p:blipFill>
          <a:blip r:embed="rId5">
            <a:alphaModFix/>
          </a:blip>
          <a:stretch>
            <a:fillRect/>
          </a:stretch>
        </p:blipFill>
        <p:spPr>
          <a:xfrm>
            <a:off x="4203660" y="4533811"/>
            <a:ext cx="1123597" cy="750167"/>
          </a:xfrm>
          <a:prstGeom prst="rect">
            <a:avLst/>
          </a:prstGeom>
          <a:noFill/>
          <a:ln>
            <a:noFill/>
          </a:ln>
        </p:spPr>
      </p:pic>
      <p:pic>
        <p:nvPicPr>
          <p:cNvPr id="14" name="Google Shape;108;p2" title="WhatsApp Image 2026-09-06 at 10.16.31 PM.jpeg">
            <a:extLst>
              <a:ext uri="{FF2B5EF4-FFF2-40B4-BE49-F238E27FC236}">
                <a16:creationId xmlns:a16="http://schemas.microsoft.com/office/drawing/2014/main" id="{EACFB02E-F6B5-0D63-E07C-4400761D712B}"/>
              </a:ext>
            </a:extLst>
          </p:cNvPr>
          <p:cNvPicPr preferRelativeResize="0"/>
          <p:nvPr/>
        </p:nvPicPr>
        <p:blipFill>
          <a:blip r:embed="rId6">
            <a:alphaModFix/>
          </a:blip>
          <a:stretch>
            <a:fillRect/>
          </a:stretch>
        </p:blipFill>
        <p:spPr>
          <a:xfrm>
            <a:off x="4140717" y="3553140"/>
            <a:ext cx="1182193" cy="750167"/>
          </a:xfrm>
          <a:prstGeom prst="rect">
            <a:avLst/>
          </a:prstGeom>
          <a:noFill/>
          <a:ln>
            <a:noFill/>
          </a:ln>
        </p:spPr>
      </p:pic>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2">
          <a:extLst>
            <a:ext uri="{FF2B5EF4-FFF2-40B4-BE49-F238E27FC236}">
              <a16:creationId xmlns:a16="http://schemas.microsoft.com/office/drawing/2014/main" id="{BD2EF043-A4FF-88E4-DF97-2B5C4E36AD10}"/>
            </a:ext>
          </a:extLst>
        </p:cNvPr>
        <p:cNvGrpSpPr/>
        <p:nvPr/>
      </p:nvGrpSpPr>
      <p:grpSpPr>
        <a:xfrm>
          <a:off x="0" y="0"/>
          <a:ext cx="0" cy="0"/>
          <a:chOff x="0" y="0"/>
          <a:chExt cx="0" cy="0"/>
        </a:xfrm>
      </p:grpSpPr>
      <p:sp>
        <p:nvSpPr>
          <p:cNvPr id="333" name="Google Shape;333;p2">
            <a:extLst>
              <a:ext uri="{FF2B5EF4-FFF2-40B4-BE49-F238E27FC236}">
                <a16:creationId xmlns:a16="http://schemas.microsoft.com/office/drawing/2014/main" id="{675796B8-0CAC-BBB8-D4DF-59182188A6FA}"/>
              </a:ext>
            </a:extLst>
          </p:cNvPr>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3</a:t>
            </a:fld>
            <a:endParaRPr/>
          </a:p>
        </p:txBody>
      </p:sp>
      <p:sp>
        <p:nvSpPr>
          <p:cNvPr id="334" name="Google Shape;334;p2">
            <a:extLst>
              <a:ext uri="{FF2B5EF4-FFF2-40B4-BE49-F238E27FC236}">
                <a16:creationId xmlns:a16="http://schemas.microsoft.com/office/drawing/2014/main" id="{A587D6E2-651B-CEBA-78FE-7F418E0DE71E}"/>
              </a:ext>
            </a:extLst>
          </p:cNvPr>
          <p:cNvSpPr txBox="1"/>
          <p:nvPr/>
        </p:nvSpPr>
        <p:spPr>
          <a:xfrm>
            <a:off x="3071480" y="570498"/>
            <a:ext cx="7450943" cy="151735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373364"/>
              </a:buClr>
              <a:buSzPct val="100000"/>
              <a:buFont typeface="Arial"/>
              <a:buNone/>
            </a:pPr>
            <a:r>
              <a:rPr lang="es-ES" sz="5900" b="1" i="0" u="none" strike="noStrike" cap="none" dirty="0">
                <a:solidFill>
                  <a:srgbClr val="373364"/>
                </a:solidFill>
                <a:latin typeface="Arial"/>
                <a:ea typeface="Arial"/>
                <a:cs typeface="Arial"/>
                <a:sym typeface="Arial"/>
              </a:rPr>
              <a:t>PROBLEMATICA</a:t>
            </a:r>
            <a:endParaRPr dirty="0"/>
          </a:p>
        </p:txBody>
      </p:sp>
      <p:sp>
        <p:nvSpPr>
          <p:cNvPr id="335" name="Google Shape;335;p2">
            <a:extLst>
              <a:ext uri="{FF2B5EF4-FFF2-40B4-BE49-F238E27FC236}">
                <a16:creationId xmlns:a16="http://schemas.microsoft.com/office/drawing/2014/main" id="{C8BD8743-C621-DE8C-B641-447727921B8E}"/>
              </a:ext>
            </a:extLst>
          </p:cNvPr>
          <p:cNvSpPr/>
          <p:nvPr/>
        </p:nvSpPr>
        <p:spPr>
          <a:xfrm>
            <a:off x="1368917" y="1976669"/>
            <a:ext cx="9562940" cy="3120770"/>
          </a:xfrm>
          <a:prstGeom prst="roundRect">
            <a:avLst>
              <a:gd name="adj" fmla="val 16667"/>
            </a:avLst>
          </a:prstGeom>
          <a:solidFill>
            <a:srgbClr val="00476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6" name="Google Shape;336;p2">
            <a:extLst>
              <a:ext uri="{FF2B5EF4-FFF2-40B4-BE49-F238E27FC236}">
                <a16:creationId xmlns:a16="http://schemas.microsoft.com/office/drawing/2014/main" id="{31A80BED-2598-AD07-9A5A-ADC796901370}"/>
              </a:ext>
            </a:extLst>
          </p:cNvPr>
          <p:cNvSpPr txBox="1"/>
          <p:nvPr/>
        </p:nvSpPr>
        <p:spPr>
          <a:xfrm>
            <a:off x="1842822" y="2407806"/>
            <a:ext cx="8083475"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u="none" strike="noStrike" cap="none" dirty="0">
                <a:solidFill>
                  <a:schemeClr val="lt1"/>
                </a:solidFill>
                <a:latin typeface="Arial"/>
                <a:ea typeface="Arial"/>
                <a:cs typeface="Arial"/>
                <a:sym typeface="Arial"/>
              </a:rPr>
              <a:t>La empresa “El Bodegón”,  presta servicios de arriendo de bodegas a varias cadenas de supermercados del país, ofreciendo servicio de almacenamiento y distribución de mercadería perteneciente a los clientes mediante las bodegas que están ubicadas a lo largo del país y que permite el despliegue de un gran volumen de mercadería. Por consiguiente, los clientes de esta empresa han ido en aumento, por lo tanto, se ha detectado un problema al gestionar la gran cantidad de productos que provienen de cada uno de sus clientes.</a:t>
            </a:r>
            <a:endParaRPr lang="es-ES" sz="1800" dirty="0">
              <a:solidFill>
                <a:schemeClr val="lt1"/>
              </a:solidFill>
              <a:latin typeface="Arial"/>
              <a:ea typeface="Arial"/>
              <a:cs typeface="Arial"/>
              <a:sym typeface="Arial"/>
            </a:endParaRPr>
          </a:p>
        </p:txBody>
      </p:sp>
      <p:pic>
        <p:nvPicPr>
          <p:cNvPr id="337" name="Google Shape;337;p2" descr="Logotipo&#10;&#10;Descripción generada automáticamente">
            <a:extLst>
              <a:ext uri="{FF2B5EF4-FFF2-40B4-BE49-F238E27FC236}">
                <a16:creationId xmlns:a16="http://schemas.microsoft.com/office/drawing/2014/main" id="{8D283264-C0E1-798D-3AAB-CE1234394994}"/>
              </a:ext>
            </a:extLst>
          </p:cNvPr>
          <p:cNvPicPr preferRelativeResize="0"/>
          <p:nvPr/>
        </p:nvPicPr>
        <p:blipFill rotWithShape="1">
          <a:blip r:embed="rId3">
            <a:alphaModFix/>
          </a:blip>
          <a:srcRect/>
          <a:stretch/>
        </p:blipFill>
        <p:spPr>
          <a:xfrm>
            <a:off x="4902065" y="6068822"/>
            <a:ext cx="2387870" cy="587018"/>
          </a:xfrm>
          <a:prstGeom prst="rect">
            <a:avLst/>
          </a:prstGeom>
          <a:noFill/>
          <a:ln>
            <a:noFill/>
          </a:ln>
        </p:spPr>
      </p:pic>
    </p:spTree>
    <p:extLst>
      <p:ext uri="{BB962C8B-B14F-4D97-AF65-F5344CB8AC3E}">
        <p14:creationId xmlns:p14="http://schemas.microsoft.com/office/powerpoint/2010/main" val="2316999612"/>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4</a:t>
            </a:fld>
            <a:endParaRPr/>
          </a:p>
        </p:txBody>
      </p:sp>
      <p:sp>
        <p:nvSpPr>
          <p:cNvPr id="344" name="Google Shape;344;p3"/>
          <p:cNvSpPr txBox="1"/>
          <p:nvPr/>
        </p:nvSpPr>
        <p:spPr>
          <a:xfrm>
            <a:off x="3071481" y="570498"/>
            <a:ext cx="5803576" cy="151735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7F7F"/>
              </a:buClr>
              <a:buSzPts val="5900"/>
              <a:buFont typeface="Arial"/>
              <a:buNone/>
            </a:pPr>
            <a:r>
              <a:rPr lang="es-ES" sz="5900" b="1">
                <a:solidFill>
                  <a:srgbClr val="007F7F"/>
                </a:solidFill>
                <a:latin typeface="Arial"/>
                <a:ea typeface="Arial"/>
                <a:cs typeface="Arial"/>
                <a:sym typeface="Arial"/>
              </a:rPr>
              <a:t>SOLUCION</a:t>
            </a:r>
            <a:endParaRPr/>
          </a:p>
        </p:txBody>
      </p:sp>
      <p:sp>
        <p:nvSpPr>
          <p:cNvPr id="345" name="Google Shape;345;p3"/>
          <p:cNvSpPr/>
          <p:nvPr/>
        </p:nvSpPr>
        <p:spPr>
          <a:xfrm>
            <a:off x="1532688" y="1731252"/>
            <a:ext cx="8649148" cy="4369540"/>
          </a:xfrm>
          <a:prstGeom prst="roundRect">
            <a:avLst>
              <a:gd name="adj" fmla="val 16667"/>
            </a:avLst>
          </a:prstGeom>
          <a:solidFill>
            <a:srgbClr val="007F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7F7F"/>
              </a:solidFill>
              <a:latin typeface="Arial"/>
              <a:ea typeface="Arial"/>
              <a:cs typeface="Arial"/>
              <a:sym typeface="Arial"/>
            </a:endParaRPr>
          </a:p>
        </p:txBody>
      </p:sp>
      <p:sp>
        <p:nvSpPr>
          <p:cNvPr id="346" name="Google Shape;346;p3"/>
          <p:cNvSpPr txBox="1"/>
          <p:nvPr/>
        </p:nvSpPr>
        <p:spPr>
          <a:xfrm>
            <a:off x="1815525" y="2426226"/>
            <a:ext cx="8083475" cy="36932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lt1"/>
                </a:solidFill>
                <a:latin typeface="Arial"/>
                <a:ea typeface="Arial"/>
                <a:cs typeface="Arial"/>
                <a:sym typeface="Arial"/>
              </a:rPr>
              <a:t>Desarrollo de un sistema informático, que apoye en la gestión y distribución de los productos almacenados en las bodegas.</a:t>
            </a:r>
          </a:p>
          <a:p>
            <a:pPr marL="0" marR="0" lvl="0" indent="0" algn="l" rtl="0">
              <a:spcBef>
                <a:spcPts val="0"/>
              </a:spcBef>
              <a:spcAft>
                <a:spcPts val="0"/>
              </a:spcAft>
              <a:buNone/>
            </a:pPr>
            <a:r>
              <a:rPr lang="es-ES" sz="1800" dirty="0">
                <a:solidFill>
                  <a:schemeClr val="lt1"/>
                </a:solidFill>
                <a:latin typeface="Arial"/>
                <a:ea typeface="Arial"/>
                <a:cs typeface="Arial"/>
                <a:sym typeface="Arial"/>
              </a:rPr>
              <a:t>1.	Valida los ingresos del usuario al sistema.</a:t>
            </a:r>
          </a:p>
          <a:p>
            <a:pPr marL="0" marR="0" lvl="0" indent="0" algn="l" rtl="0">
              <a:spcBef>
                <a:spcPts val="0"/>
              </a:spcBef>
              <a:spcAft>
                <a:spcPts val="0"/>
              </a:spcAft>
              <a:buNone/>
            </a:pPr>
            <a:r>
              <a:rPr lang="es-ES" sz="1800" dirty="0">
                <a:solidFill>
                  <a:schemeClr val="lt1"/>
                </a:solidFill>
                <a:latin typeface="Arial"/>
                <a:ea typeface="Arial"/>
                <a:cs typeface="Arial"/>
                <a:sym typeface="Arial"/>
              </a:rPr>
              <a:t>2.	Localiza los productos almacenados en una bodega específica.</a:t>
            </a:r>
          </a:p>
          <a:p>
            <a:pPr marL="0" marR="0" lvl="0" indent="0" algn="l" rtl="0">
              <a:spcBef>
                <a:spcPts val="0"/>
              </a:spcBef>
              <a:spcAft>
                <a:spcPts val="0"/>
              </a:spcAft>
              <a:buNone/>
            </a:pPr>
            <a:r>
              <a:rPr lang="es-ES" sz="1800" dirty="0">
                <a:solidFill>
                  <a:schemeClr val="lt1"/>
                </a:solidFill>
                <a:latin typeface="Arial"/>
                <a:ea typeface="Arial"/>
                <a:cs typeface="Arial"/>
                <a:sym typeface="Arial"/>
              </a:rPr>
              <a:t>3.	Imprime informes en formato PDF.</a:t>
            </a:r>
          </a:p>
          <a:p>
            <a:pPr marL="0" marR="0" lvl="0" indent="0" algn="l" rtl="0">
              <a:spcBef>
                <a:spcPts val="0"/>
              </a:spcBef>
              <a:spcAft>
                <a:spcPts val="0"/>
              </a:spcAft>
              <a:buNone/>
            </a:pPr>
            <a:r>
              <a:rPr lang="es-ES" sz="1800" dirty="0">
                <a:solidFill>
                  <a:schemeClr val="lt1"/>
                </a:solidFill>
                <a:latin typeface="Arial"/>
                <a:ea typeface="Arial"/>
                <a:cs typeface="Arial"/>
                <a:sym typeface="Arial"/>
              </a:rPr>
              <a:t>4.	Registra los productos de los clientes en una bodega específica.</a:t>
            </a:r>
          </a:p>
          <a:p>
            <a:pPr marL="0" marR="0" lvl="0" indent="0" algn="l" rtl="0">
              <a:spcBef>
                <a:spcPts val="0"/>
              </a:spcBef>
              <a:spcAft>
                <a:spcPts val="0"/>
              </a:spcAft>
              <a:buNone/>
            </a:pPr>
            <a:r>
              <a:rPr lang="es-ES" sz="1800" dirty="0">
                <a:solidFill>
                  <a:schemeClr val="lt1"/>
                </a:solidFill>
                <a:latin typeface="Arial"/>
                <a:ea typeface="Arial"/>
                <a:cs typeface="Arial"/>
                <a:sym typeface="Arial"/>
              </a:rPr>
              <a:t>5.	Permite contratar los planes de almacenamiento en bodega.</a:t>
            </a:r>
          </a:p>
          <a:p>
            <a:pPr marL="0" marR="0" lvl="0" indent="0" algn="l" rtl="0">
              <a:spcBef>
                <a:spcPts val="0"/>
              </a:spcBef>
              <a:spcAft>
                <a:spcPts val="0"/>
              </a:spcAft>
              <a:buNone/>
            </a:pPr>
            <a:r>
              <a:rPr lang="es-ES" sz="1800" dirty="0">
                <a:solidFill>
                  <a:schemeClr val="lt1"/>
                </a:solidFill>
                <a:latin typeface="Arial"/>
                <a:ea typeface="Arial"/>
                <a:cs typeface="Arial"/>
                <a:sym typeface="Arial"/>
              </a:rPr>
              <a:t>6.	Comunica con el sistema de despacho para realizar envíos.</a:t>
            </a:r>
          </a:p>
          <a:p>
            <a:pPr marL="0" marR="0" lvl="0" indent="0" algn="l" rtl="0">
              <a:spcBef>
                <a:spcPts val="0"/>
              </a:spcBef>
              <a:spcAft>
                <a:spcPts val="0"/>
              </a:spcAft>
              <a:buNone/>
            </a:pPr>
            <a:r>
              <a:rPr lang="es-ES" sz="1800" dirty="0">
                <a:solidFill>
                  <a:schemeClr val="lt1"/>
                </a:solidFill>
                <a:latin typeface="Arial"/>
                <a:ea typeface="Arial"/>
                <a:cs typeface="Arial"/>
                <a:sym typeface="Arial"/>
              </a:rPr>
              <a:t>7.	Consultar el Stock de los productos.</a:t>
            </a:r>
          </a:p>
          <a:p>
            <a:pPr marL="0" marR="0" lvl="0" indent="0" algn="l" rtl="0">
              <a:spcBef>
                <a:spcPts val="0"/>
              </a:spcBef>
              <a:spcAft>
                <a:spcPts val="0"/>
              </a:spcAft>
              <a:buNone/>
            </a:pPr>
            <a:r>
              <a:rPr lang="es-ES" sz="1800" dirty="0">
                <a:solidFill>
                  <a:schemeClr val="lt1"/>
                </a:solidFill>
                <a:latin typeface="Arial"/>
                <a:ea typeface="Arial"/>
                <a:cs typeface="Arial"/>
                <a:sym typeface="Arial"/>
              </a:rPr>
              <a:t>8.	Registra clientes y sus empresas.</a:t>
            </a:r>
          </a:p>
          <a:p>
            <a:pPr marL="0" marR="0" lvl="0" indent="0" algn="l" rtl="0">
              <a:spcBef>
                <a:spcPts val="0"/>
              </a:spcBef>
              <a:spcAft>
                <a:spcPts val="0"/>
              </a:spcAft>
              <a:buNone/>
            </a:pPr>
            <a:r>
              <a:rPr lang="es-ES" sz="1800" dirty="0">
                <a:solidFill>
                  <a:schemeClr val="lt1"/>
                </a:solidFill>
                <a:latin typeface="Arial"/>
                <a:ea typeface="Arial"/>
                <a:cs typeface="Arial"/>
                <a:sym typeface="Arial"/>
              </a:rPr>
              <a:t>9.	Registra colaboradores.</a:t>
            </a:r>
          </a:p>
          <a:p>
            <a:pPr marL="0" marR="0" lvl="0" indent="0" algn="l" rtl="0">
              <a:spcBef>
                <a:spcPts val="0"/>
              </a:spcBef>
              <a:spcAft>
                <a:spcPts val="0"/>
              </a:spcAft>
              <a:buNone/>
            </a:pPr>
            <a:endParaRPr lang="es-ES" sz="1800" dirty="0">
              <a:solidFill>
                <a:schemeClr val="lt1"/>
              </a:solidFill>
              <a:latin typeface="Arial"/>
              <a:ea typeface="Arial"/>
              <a:cs typeface="Arial"/>
              <a:sym typeface="Arial"/>
            </a:endParaRPr>
          </a:p>
          <a:p>
            <a:pPr marL="0" marR="0" lvl="0" indent="0" algn="l" rtl="0">
              <a:spcBef>
                <a:spcPts val="0"/>
              </a:spcBef>
              <a:spcAft>
                <a:spcPts val="0"/>
              </a:spcAft>
              <a:buNone/>
            </a:pPr>
            <a:endParaRPr lang="es-ES" sz="1800" dirty="0">
              <a:solidFill>
                <a:schemeClr val="lt1"/>
              </a:solidFill>
              <a:latin typeface="Arial"/>
              <a:ea typeface="Arial"/>
              <a:cs typeface="Arial"/>
              <a:sym typeface="Arial"/>
            </a:endParaRPr>
          </a:p>
        </p:txBody>
      </p:sp>
      <p:pic>
        <p:nvPicPr>
          <p:cNvPr id="347" name="Google Shape;347;p3" descr="Logotipo&#10;&#10;Descripción generada automáticamente"/>
          <p:cNvPicPr preferRelativeResize="0"/>
          <p:nvPr/>
        </p:nvPicPr>
        <p:blipFill rotWithShape="1">
          <a:blip r:embed="rId3">
            <a:alphaModFix/>
          </a:blip>
          <a:srcRect/>
          <a:stretch/>
        </p:blipFill>
        <p:spPr>
          <a:xfrm>
            <a:off x="4902065" y="6100792"/>
            <a:ext cx="2387870" cy="587018"/>
          </a:xfrm>
          <a:prstGeom prst="rect">
            <a:avLst/>
          </a:prstGeom>
          <a:noFill/>
          <a:ln>
            <a:noFill/>
          </a:ln>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5</a:t>
            </a:fld>
            <a:endParaRPr/>
          </a:p>
        </p:txBody>
      </p:sp>
      <p:sp>
        <p:nvSpPr>
          <p:cNvPr id="354" name="Google Shape;354;p4"/>
          <p:cNvSpPr txBox="1"/>
          <p:nvPr/>
        </p:nvSpPr>
        <p:spPr>
          <a:xfrm>
            <a:off x="3071481" y="570498"/>
            <a:ext cx="5803576" cy="151735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9E0B4B"/>
              </a:buClr>
              <a:buSzPts val="5900"/>
              <a:buFont typeface="Arial"/>
              <a:buNone/>
            </a:pPr>
            <a:r>
              <a:rPr lang="es-ES" sz="5900" b="1">
                <a:solidFill>
                  <a:srgbClr val="9E0B4B"/>
                </a:solidFill>
                <a:latin typeface="Arial"/>
                <a:ea typeface="Arial"/>
                <a:cs typeface="Arial"/>
                <a:sym typeface="Arial"/>
              </a:rPr>
              <a:t>OBJETIVO</a:t>
            </a:r>
            <a:endParaRPr/>
          </a:p>
        </p:txBody>
      </p:sp>
      <p:sp>
        <p:nvSpPr>
          <p:cNvPr id="355" name="Google Shape;355;p4"/>
          <p:cNvSpPr/>
          <p:nvPr/>
        </p:nvSpPr>
        <p:spPr>
          <a:xfrm>
            <a:off x="1563905" y="2046706"/>
            <a:ext cx="9515174" cy="3400549"/>
          </a:xfrm>
          <a:prstGeom prst="roundRect">
            <a:avLst>
              <a:gd name="adj" fmla="val 16667"/>
            </a:avLst>
          </a:prstGeom>
          <a:solidFill>
            <a:srgbClr val="9E0B4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6" name="Google Shape;356;p4"/>
          <p:cNvSpPr txBox="1"/>
          <p:nvPr/>
        </p:nvSpPr>
        <p:spPr>
          <a:xfrm>
            <a:off x="1894156" y="2400953"/>
            <a:ext cx="9058172"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0" i="0" u="none" strike="noStrike" dirty="0">
                <a:solidFill>
                  <a:schemeClr val="lt1"/>
                </a:solidFill>
                <a:latin typeface="Arial"/>
                <a:ea typeface="Arial"/>
                <a:cs typeface="Arial"/>
                <a:sym typeface="Arial"/>
              </a:rPr>
              <a:t>El objetivo principal del proyecto es desarrollar una solución tecnológica que permita:</a:t>
            </a:r>
          </a:p>
          <a:p>
            <a:pPr marL="0" marR="0" lvl="0" indent="0" algn="l" rtl="0">
              <a:spcBef>
                <a:spcPts val="0"/>
              </a:spcBef>
              <a:spcAft>
                <a:spcPts val="0"/>
              </a:spcAft>
              <a:buNone/>
            </a:pPr>
            <a:r>
              <a:rPr lang="es-ES" sz="1800" dirty="0">
                <a:solidFill>
                  <a:schemeClr val="lt1"/>
                </a:solidFill>
                <a:latin typeface="Arial"/>
                <a:ea typeface="Arial"/>
                <a:cs typeface="Arial"/>
                <a:sym typeface="Arial"/>
              </a:rPr>
              <a:t>1.	Gestionar productos almacenados en bodegas.</a:t>
            </a:r>
          </a:p>
          <a:p>
            <a:pPr marL="0" marR="0" lvl="0" indent="0" algn="l" rtl="0">
              <a:spcBef>
                <a:spcPts val="0"/>
              </a:spcBef>
              <a:spcAft>
                <a:spcPts val="0"/>
              </a:spcAft>
              <a:buNone/>
            </a:pPr>
            <a:r>
              <a:rPr lang="es-ES" sz="1800" dirty="0">
                <a:solidFill>
                  <a:schemeClr val="lt1"/>
                </a:solidFill>
                <a:latin typeface="Arial"/>
                <a:ea typeface="Arial"/>
                <a:cs typeface="Arial"/>
                <a:sym typeface="Arial"/>
              </a:rPr>
              <a:t>2.	Distribuir productos almacenados en bodegas.</a:t>
            </a:r>
          </a:p>
          <a:p>
            <a:pPr marL="0" marR="0" lvl="0" indent="0" algn="l" rtl="0">
              <a:spcBef>
                <a:spcPts val="0"/>
              </a:spcBef>
              <a:spcAft>
                <a:spcPts val="0"/>
              </a:spcAft>
              <a:buNone/>
            </a:pPr>
            <a:r>
              <a:rPr lang="es-ES" sz="1800" dirty="0">
                <a:solidFill>
                  <a:schemeClr val="lt1"/>
                </a:solidFill>
                <a:latin typeface="Arial"/>
                <a:ea typeface="Arial"/>
                <a:cs typeface="Arial"/>
                <a:sym typeface="Arial"/>
              </a:rPr>
              <a:t>3.	Facilitar la gestión de los productos almacenados en varias bodegas.</a:t>
            </a:r>
          </a:p>
          <a:p>
            <a:pPr marL="0" marR="0" lvl="0" indent="0" algn="l" rtl="0">
              <a:spcBef>
                <a:spcPts val="0"/>
              </a:spcBef>
              <a:spcAft>
                <a:spcPts val="0"/>
              </a:spcAft>
              <a:buNone/>
            </a:pPr>
            <a:r>
              <a:rPr lang="es-ES" sz="1800" dirty="0">
                <a:solidFill>
                  <a:schemeClr val="lt1"/>
                </a:solidFill>
                <a:latin typeface="Arial"/>
                <a:ea typeface="Arial"/>
                <a:cs typeface="Arial"/>
                <a:sym typeface="Arial"/>
              </a:rPr>
              <a:t>4.	Facilitar la distribución de los productos almacenados en varias bodegas localizadas en diferentes partes del país.</a:t>
            </a:r>
          </a:p>
          <a:p>
            <a:pPr marL="0" marR="0" lvl="0" indent="0" algn="l" rtl="0">
              <a:spcBef>
                <a:spcPts val="0"/>
              </a:spcBef>
              <a:spcAft>
                <a:spcPts val="0"/>
              </a:spcAft>
              <a:buNone/>
            </a:pPr>
            <a:endParaRPr lang="es-CL" sz="1800" dirty="0">
              <a:solidFill>
                <a:schemeClr val="lt1"/>
              </a:solidFill>
              <a:latin typeface="Arial"/>
              <a:ea typeface="Arial"/>
              <a:cs typeface="Arial"/>
              <a:sym typeface="Arial"/>
            </a:endParaRPr>
          </a:p>
        </p:txBody>
      </p:sp>
      <p:pic>
        <p:nvPicPr>
          <p:cNvPr id="357" name="Google Shape;357;p4"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2"/>
        <p:cNvGrpSpPr/>
        <p:nvPr/>
      </p:nvGrpSpPr>
      <p:grpSpPr>
        <a:xfrm>
          <a:off x="0" y="0"/>
          <a:ext cx="0" cy="0"/>
          <a:chOff x="0" y="0"/>
          <a:chExt cx="0" cy="0"/>
        </a:xfrm>
      </p:grpSpPr>
      <p:sp>
        <p:nvSpPr>
          <p:cNvPr id="364" name="Google Shape;364;p5"/>
          <p:cNvSpPr txBox="1">
            <a:spLocks noGrp="1"/>
          </p:cNvSpPr>
          <p:nvPr>
            <p:ph type="title"/>
          </p:nvPr>
        </p:nvSpPr>
        <p:spPr>
          <a:xfrm>
            <a:off x="1155858" y="1092356"/>
            <a:ext cx="4503295" cy="7826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1"/>
              </a:buClr>
              <a:buSzPts val="6000"/>
              <a:buFont typeface="Century Gothic"/>
              <a:buNone/>
            </a:pPr>
            <a:r>
              <a:rPr lang="es-ES" sz="6000"/>
              <a:t>ALCANCE</a:t>
            </a:r>
            <a:endParaRPr/>
          </a:p>
        </p:txBody>
      </p:sp>
      <p:sp>
        <p:nvSpPr>
          <p:cNvPr id="365" name="Google Shape;365;p5"/>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6</a:t>
            </a:fld>
            <a:endParaRPr/>
          </a:p>
        </p:txBody>
      </p:sp>
      <p:pic>
        <p:nvPicPr>
          <p:cNvPr id="367" name="Google Shape;367;p5" descr="Logotipo&#10;&#10;Descripción generada automáticamente"/>
          <p:cNvPicPr preferRelativeResize="0"/>
          <p:nvPr/>
        </p:nvPicPr>
        <p:blipFill rotWithShape="1">
          <a:blip r:embed="rId3">
            <a:alphaModFix/>
          </a:blip>
          <a:srcRect/>
          <a:stretch/>
        </p:blipFill>
        <p:spPr>
          <a:xfrm>
            <a:off x="1763342" y="61494"/>
            <a:ext cx="2387870" cy="587018"/>
          </a:xfrm>
          <a:prstGeom prst="rect">
            <a:avLst/>
          </a:prstGeom>
          <a:noFill/>
          <a:ln>
            <a:noFill/>
          </a:ln>
        </p:spPr>
      </p:pic>
      <p:sp>
        <p:nvSpPr>
          <p:cNvPr id="4" name="Google Shape;355;p4">
            <a:extLst>
              <a:ext uri="{FF2B5EF4-FFF2-40B4-BE49-F238E27FC236}">
                <a16:creationId xmlns:a16="http://schemas.microsoft.com/office/drawing/2014/main" id="{AE754489-626E-823E-664A-48C946AC7EBD}"/>
              </a:ext>
            </a:extLst>
          </p:cNvPr>
          <p:cNvSpPr/>
          <p:nvPr/>
        </p:nvSpPr>
        <p:spPr>
          <a:xfrm>
            <a:off x="838200" y="2416270"/>
            <a:ext cx="9820701" cy="3400549"/>
          </a:xfrm>
          <a:prstGeom prst="roundRect">
            <a:avLst>
              <a:gd name="adj" fmla="val 16667"/>
            </a:avLst>
          </a:prstGeom>
          <a:solidFill>
            <a:srgbClr val="9E0B4B"/>
          </a:solidFill>
          <a:ln>
            <a:noFill/>
          </a:ln>
        </p:spPr>
        <p:txBody>
          <a:bodyPr spcFirstLastPara="1" wrap="square" lIns="91425" tIns="45700" rIns="91425" bIns="45700" anchor="ctr" anchorCtr="0">
            <a:noAutofit/>
          </a:bodyPr>
          <a:lstStyle/>
          <a:p>
            <a:r>
              <a:rPr lang="es-AR" sz="1800" dirty="0">
                <a:solidFill>
                  <a:schemeClr val="lt1"/>
                </a:solidFill>
              </a:rPr>
              <a:t>El sistema mantendrá el mismo nombre del proyecto “Gestión Bodega”</a:t>
            </a:r>
            <a:endParaRPr lang="es-CL" sz="1800" dirty="0">
              <a:solidFill>
                <a:schemeClr val="lt1"/>
              </a:solidFill>
            </a:endParaRPr>
          </a:p>
          <a:p>
            <a:r>
              <a:rPr lang="es-AR" sz="1800" dirty="0">
                <a:solidFill>
                  <a:schemeClr val="lt1"/>
                </a:solidFill>
              </a:rPr>
              <a:t>El sistema estará encargado de gestionar y distribuir los productos de la empresa “El Bodegón”, las principales funciones del sistema serán, registrar clientes, registrar los productos de los clientes, localización de los productos, comunicación con el sistema de despacho. Por consiguiente, el sistema no será capaz de realizar ventas de productos.</a:t>
            </a:r>
            <a:endParaRPr lang="es-CL" sz="1800" dirty="0">
              <a:solidFill>
                <a:schemeClr val="lt1"/>
              </a:solidFill>
            </a:endParaRPr>
          </a:p>
          <a:p>
            <a:r>
              <a:rPr lang="es-AR" sz="1800" dirty="0">
                <a:solidFill>
                  <a:schemeClr val="lt1"/>
                </a:solidFill>
              </a:rPr>
              <a:t>El beneficio esperado en el desarrollo del proyecto, es poder llegar a más clientes que requieran nuestros servicios. El objetivo de este proyecto es poder cumplir con la calidad del sistema y lo solicitado por el cliente, además de esta manera, podremos cumplir con la meta de entregar un sistema en óptimas condiciones.</a:t>
            </a:r>
            <a:endParaRPr lang="es-CL" sz="1800" dirty="0">
              <a:solidFill>
                <a:schemeClr val="lt1"/>
              </a:solidFill>
            </a:endParaRPr>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2"/>
        <p:cNvGrpSpPr/>
        <p:nvPr/>
      </p:nvGrpSpPr>
      <p:grpSpPr>
        <a:xfrm>
          <a:off x="0" y="0"/>
          <a:ext cx="0" cy="0"/>
          <a:chOff x="0" y="0"/>
          <a:chExt cx="0" cy="0"/>
        </a:xfrm>
      </p:grpSpPr>
      <p:sp>
        <p:nvSpPr>
          <p:cNvPr id="364" name="Google Shape;364;p5"/>
          <p:cNvSpPr txBox="1">
            <a:spLocks noGrp="1"/>
          </p:cNvSpPr>
          <p:nvPr>
            <p:ph type="title"/>
          </p:nvPr>
        </p:nvSpPr>
        <p:spPr>
          <a:xfrm>
            <a:off x="1155858" y="1092356"/>
            <a:ext cx="4503295" cy="7826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1"/>
              </a:buClr>
              <a:buSzPts val="6000"/>
              <a:buFont typeface="Century Gothic"/>
              <a:buNone/>
            </a:pPr>
            <a:r>
              <a:rPr lang="es-ES" sz="6000" dirty="0"/>
              <a:t>Usuarios</a:t>
            </a:r>
            <a:endParaRPr dirty="0"/>
          </a:p>
        </p:txBody>
      </p:sp>
      <p:sp>
        <p:nvSpPr>
          <p:cNvPr id="365" name="Google Shape;365;p5"/>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s-ES"/>
              <a:t>7</a:t>
            </a:fld>
            <a:endParaRPr/>
          </a:p>
        </p:txBody>
      </p:sp>
      <p:pic>
        <p:nvPicPr>
          <p:cNvPr id="366" name="Google Shape;366;p5" descr="Una caricatura de una persona&#10;&#10;Descripción generada automáticamente con confianza media"/>
          <p:cNvPicPr preferRelativeResize="0"/>
          <p:nvPr/>
        </p:nvPicPr>
        <p:blipFill rotWithShape="1">
          <a:blip r:embed="rId3">
            <a:alphaModFix/>
          </a:blip>
          <a:srcRect/>
          <a:stretch/>
        </p:blipFill>
        <p:spPr>
          <a:xfrm>
            <a:off x="9439482" y="201344"/>
            <a:ext cx="2729752" cy="3899646"/>
          </a:xfrm>
          <a:prstGeom prst="rect">
            <a:avLst/>
          </a:prstGeom>
          <a:noFill/>
          <a:ln>
            <a:noFill/>
          </a:ln>
        </p:spPr>
      </p:pic>
      <p:pic>
        <p:nvPicPr>
          <p:cNvPr id="367" name="Google Shape;367;p5" descr="Logotipo&#10;&#10;Descripción generada automáticamente"/>
          <p:cNvPicPr preferRelativeResize="0"/>
          <p:nvPr/>
        </p:nvPicPr>
        <p:blipFill rotWithShape="1">
          <a:blip r:embed="rId4">
            <a:alphaModFix/>
          </a:blip>
          <a:srcRect/>
          <a:stretch/>
        </p:blipFill>
        <p:spPr>
          <a:xfrm>
            <a:off x="1763342" y="61494"/>
            <a:ext cx="2387870" cy="587018"/>
          </a:xfrm>
          <a:prstGeom prst="rect">
            <a:avLst/>
          </a:prstGeom>
          <a:noFill/>
          <a:ln>
            <a:noFill/>
          </a:ln>
        </p:spPr>
      </p:pic>
      <p:sp>
        <p:nvSpPr>
          <p:cNvPr id="4" name="Google Shape;355;p4">
            <a:extLst>
              <a:ext uri="{FF2B5EF4-FFF2-40B4-BE49-F238E27FC236}">
                <a16:creationId xmlns:a16="http://schemas.microsoft.com/office/drawing/2014/main" id="{AE754489-626E-823E-664A-48C946AC7EBD}"/>
              </a:ext>
            </a:extLst>
          </p:cNvPr>
          <p:cNvSpPr/>
          <p:nvPr/>
        </p:nvSpPr>
        <p:spPr>
          <a:xfrm>
            <a:off x="838201" y="2416270"/>
            <a:ext cx="5992504" cy="2566737"/>
          </a:xfrm>
          <a:prstGeom prst="roundRect">
            <a:avLst>
              <a:gd name="adj" fmla="val 16667"/>
            </a:avLst>
          </a:prstGeom>
          <a:solidFill>
            <a:srgbClr val="9E0B4B"/>
          </a:solidFill>
          <a:ln>
            <a:noFill/>
          </a:ln>
        </p:spPr>
        <p:txBody>
          <a:bodyPr spcFirstLastPara="1" wrap="square" lIns="91425" tIns="45700" rIns="91425" bIns="45700" anchor="ctr" anchorCtr="0">
            <a:noAutofit/>
          </a:bodyPr>
          <a:lstStyle/>
          <a:p>
            <a:pPr marL="342900" lvl="0" indent="-342900" algn="just">
              <a:lnSpc>
                <a:spcPct val="115000"/>
              </a:lnSpc>
              <a:spcAft>
                <a:spcPts val="1000"/>
              </a:spcAft>
              <a:buFont typeface="Arial" panose="020B0604020202020204" pitchFamily="34" charset="0"/>
              <a:buChar char="❖"/>
            </a:pPr>
            <a:r>
              <a:rPr lang="es-AR" sz="1800" dirty="0">
                <a:solidFill>
                  <a:schemeClr val="lt1"/>
                </a:solidFill>
              </a:rPr>
              <a:t>Administrador</a:t>
            </a:r>
            <a:endParaRPr lang="es-CL" sz="1800" dirty="0">
              <a:solidFill>
                <a:schemeClr val="lt1"/>
              </a:solidFill>
            </a:endParaRPr>
          </a:p>
          <a:p>
            <a:pPr marL="342900" lvl="0" indent="-342900" algn="just">
              <a:lnSpc>
                <a:spcPct val="115000"/>
              </a:lnSpc>
              <a:spcAft>
                <a:spcPts val="1000"/>
              </a:spcAft>
              <a:buFont typeface="Arial" panose="020B0604020202020204" pitchFamily="34" charset="0"/>
              <a:buChar char="❖"/>
            </a:pPr>
            <a:r>
              <a:rPr lang="es-AR" sz="1800" dirty="0">
                <a:solidFill>
                  <a:schemeClr val="lt1"/>
                </a:solidFill>
              </a:rPr>
              <a:t>Cliente/Empresa</a:t>
            </a:r>
            <a:endParaRPr lang="es-CL" sz="1800" dirty="0">
              <a:solidFill>
                <a:schemeClr val="lt1"/>
              </a:solidFill>
            </a:endParaRPr>
          </a:p>
          <a:p>
            <a:pPr marL="342900" lvl="0" indent="-342900" algn="just">
              <a:lnSpc>
                <a:spcPct val="115000"/>
              </a:lnSpc>
              <a:spcAft>
                <a:spcPts val="1000"/>
              </a:spcAft>
              <a:buFont typeface="Arial" panose="020B0604020202020204" pitchFamily="34" charset="0"/>
              <a:buChar char="❖"/>
            </a:pPr>
            <a:r>
              <a:rPr lang="es-AR" sz="1800" dirty="0">
                <a:solidFill>
                  <a:schemeClr val="lt1"/>
                </a:solidFill>
              </a:rPr>
              <a:t>Jefe Bodega</a:t>
            </a:r>
            <a:endParaRPr lang="es-CL" sz="1800" dirty="0">
              <a:solidFill>
                <a:schemeClr val="lt1"/>
              </a:solidFill>
            </a:endParaRPr>
          </a:p>
          <a:p>
            <a:pPr marL="342900" lvl="0" indent="-342900" algn="just">
              <a:lnSpc>
                <a:spcPct val="115000"/>
              </a:lnSpc>
              <a:spcAft>
                <a:spcPts val="1000"/>
              </a:spcAft>
              <a:buFont typeface="Arial" panose="020B0604020202020204" pitchFamily="34" charset="0"/>
              <a:buChar char="❖"/>
            </a:pPr>
            <a:r>
              <a:rPr lang="es-AR" sz="1800" dirty="0">
                <a:solidFill>
                  <a:schemeClr val="lt1"/>
                </a:solidFill>
              </a:rPr>
              <a:t>Bodeguero</a:t>
            </a:r>
            <a:endParaRPr lang="es-CL" sz="1800" dirty="0">
              <a:solidFill>
                <a:schemeClr val="lt1"/>
              </a:solidFill>
            </a:endParaRPr>
          </a:p>
        </p:txBody>
      </p:sp>
    </p:spTree>
    <p:extLst>
      <p:ext uri="{BB962C8B-B14F-4D97-AF65-F5344CB8AC3E}">
        <p14:creationId xmlns:p14="http://schemas.microsoft.com/office/powerpoint/2010/main" val="3885827990"/>
      </p:ext>
    </p:extLst>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8</a:t>
            </a:fld>
            <a:endParaRPr/>
          </a:p>
        </p:txBody>
      </p:sp>
      <p:sp>
        <p:nvSpPr>
          <p:cNvPr id="374" name="Google Shape;374;p6"/>
          <p:cNvSpPr txBox="1"/>
          <p:nvPr/>
        </p:nvSpPr>
        <p:spPr>
          <a:xfrm>
            <a:off x="2624237" y="99941"/>
            <a:ext cx="6943525" cy="718925"/>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lnSpc>
                <a:spcPct val="90000"/>
              </a:lnSpc>
              <a:spcBef>
                <a:spcPts val="0"/>
              </a:spcBef>
              <a:spcAft>
                <a:spcPts val="0"/>
              </a:spcAft>
              <a:buClr>
                <a:srgbClr val="002459"/>
              </a:buClr>
              <a:buSzPct val="100000"/>
              <a:buFont typeface="Arial"/>
              <a:buNone/>
            </a:pPr>
            <a:r>
              <a:rPr lang="es-ES" sz="5900" b="1" dirty="0">
                <a:solidFill>
                  <a:srgbClr val="002459"/>
                </a:solidFill>
                <a:latin typeface="Arial"/>
                <a:ea typeface="Arial"/>
                <a:cs typeface="Arial"/>
                <a:sym typeface="Arial"/>
              </a:rPr>
              <a:t>REQUERIMIENTOS</a:t>
            </a:r>
            <a:endParaRPr dirty="0"/>
          </a:p>
        </p:txBody>
      </p:sp>
      <p:pic>
        <p:nvPicPr>
          <p:cNvPr id="375" name="Google Shape;375;p6"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sp>
        <p:nvSpPr>
          <p:cNvPr id="2" name="Google Shape;355;p4">
            <a:extLst>
              <a:ext uri="{FF2B5EF4-FFF2-40B4-BE49-F238E27FC236}">
                <a16:creationId xmlns:a16="http://schemas.microsoft.com/office/drawing/2014/main" id="{3D165B33-36F5-8F20-B465-E8D6857A6DBF}"/>
              </a:ext>
            </a:extLst>
          </p:cNvPr>
          <p:cNvSpPr/>
          <p:nvPr/>
        </p:nvSpPr>
        <p:spPr>
          <a:xfrm>
            <a:off x="837876" y="1200753"/>
            <a:ext cx="8128377" cy="4508724"/>
          </a:xfrm>
          <a:prstGeom prst="roundRect">
            <a:avLst>
              <a:gd name="adj" fmla="val 16667"/>
            </a:avLst>
          </a:prstGeom>
          <a:solidFill>
            <a:srgbClr val="9E0B4B"/>
          </a:solidFill>
          <a:ln>
            <a:noFill/>
          </a:ln>
        </p:spPr>
        <p:txBody>
          <a:bodyPr spcFirstLastPara="1" wrap="square" lIns="91425" tIns="45700" rIns="91425" bIns="45700" anchor="ctr" anchorCtr="0">
            <a:noAutofit/>
          </a:bodyPr>
          <a:lstStyle/>
          <a:p>
            <a:pPr marL="342900" lvl="0" indent="-342900" algn="just">
              <a:lnSpc>
                <a:spcPct val="115000"/>
              </a:lnSpc>
              <a:buFont typeface="+mj-lt"/>
              <a:buAutoNum type="arabicPeriod"/>
            </a:pPr>
            <a:r>
              <a:rPr lang="es-CL" sz="1800" dirty="0">
                <a:solidFill>
                  <a:schemeClr val="lt1"/>
                </a:solidFill>
              </a:rPr>
              <a:t>Valida los ingresos del usuario al sistema.</a:t>
            </a:r>
          </a:p>
          <a:p>
            <a:pPr marL="342900" lvl="0" indent="-342900" algn="just">
              <a:lnSpc>
                <a:spcPct val="115000"/>
              </a:lnSpc>
              <a:buFont typeface="+mj-lt"/>
              <a:buAutoNum type="arabicPeriod"/>
            </a:pPr>
            <a:r>
              <a:rPr lang="es-CL" sz="1800" dirty="0">
                <a:solidFill>
                  <a:schemeClr val="lt1"/>
                </a:solidFill>
              </a:rPr>
              <a:t>Localiza los productos almacenados en una bodega específica.</a:t>
            </a:r>
          </a:p>
          <a:p>
            <a:pPr marL="342900" lvl="0" indent="-342900" algn="just">
              <a:lnSpc>
                <a:spcPct val="115000"/>
              </a:lnSpc>
              <a:buFont typeface="+mj-lt"/>
              <a:buAutoNum type="arabicPeriod"/>
            </a:pPr>
            <a:r>
              <a:rPr lang="es-CL" sz="1800" dirty="0">
                <a:solidFill>
                  <a:schemeClr val="lt1"/>
                </a:solidFill>
              </a:rPr>
              <a:t>Imprime informes en formato PDF.</a:t>
            </a:r>
          </a:p>
          <a:p>
            <a:pPr marL="342900" lvl="0" indent="-342900" algn="just">
              <a:lnSpc>
                <a:spcPct val="115000"/>
              </a:lnSpc>
              <a:buFont typeface="+mj-lt"/>
              <a:buAutoNum type="arabicPeriod"/>
            </a:pPr>
            <a:r>
              <a:rPr lang="es-CL" sz="1800" dirty="0">
                <a:solidFill>
                  <a:schemeClr val="lt1"/>
                </a:solidFill>
              </a:rPr>
              <a:t>Registra los productos de los clientes en una bodega específica.</a:t>
            </a:r>
          </a:p>
          <a:p>
            <a:pPr marL="342900" lvl="0" indent="-342900" algn="just">
              <a:lnSpc>
                <a:spcPct val="115000"/>
              </a:lnSpc>
              <a:buFont typeface="+mj-lt"/>
              <a:buAutoNum type="arabicPeriod"/>
            </a:pPr>
            <a:r>
              <a:rPr lang="es-CL" sz="1800" dirty="0">
                <a:solidFill>
                  <a:schemeClr val="lt1"/>
                </a:solidFill>
              </a:rPr>
              <a:t>Permite contratar los planes de almacenamiento en bodega.</a:t>
            </a:r>
          </a:p>
          <a:p>
            <a:pPr marL="342900" lvl="0" indent="-342900" algn="just">
              <a:lnSpc>
                <a:spcPct val="115000"/>
              </a:lnSpc>
              <a:buFont typeface="+mj-lt"/>
              <a:buAutoNum type="arabicPeriod"/>
            </a:pPr>
            <a:r>
              <a:rPr lang="es-CL" sz="1800" dirty="0">
                <a:solidFill>
                  <a:schemeClr val="lt1"/>
                </a:solidFill>
              </a:rPr>
              <a:t>Comunica con el sistema de despacho para realizar envíos.</a:t>
            </a:r>
          </a:p>
          <a:p>
            <a:pPr marL="342900" lvl="0" indent="-342900" algn="just">
              <a:lnSpc>
                <a:spcPct val="115000"/>
              </a:lnSpc>
              <a:buFont typeface="+mj-lt"/>
              <a:buAutoNum type="arabicPeriod"/>
            </a:pPr>
            <a:r>
              <a:rPr lang="es-CL" sz="1800" dirty="0">
                <a:solidFill>
                  <a:schemeClr val="lt1"/>
                </a:solidFill>
              </a:rPr>
              <a:t>Consultar el Stock de los productos.</a:t>
            </a:r>
          </a:p>
          <a:p>
            <a:pPr marL="342900" lvl="0" indent="-342900" algn="just">
              <a:lnSpc>
                <a:spcPct val="115000"/>
              </a:lnSpc>
              <a:buFont typeface="+mj-lt"/>
              <a:buAutoNum type="arabicPeriod"/>
            </a:pPr>
            <a:r>
              <a:rPr lang="es-CL" sz="1800" dirty="0">
                <a:solidFill>
                  <a:schemeClr val="lt1"/>
                </a:solidFill>
              </a:rPr>
              <a:t>Registra clientes y sus empresas.</a:t>
            </a:r>
          </a:p>
          <a:p>
            <a:pPr marL="342900" lvl="0" indent="-342900" algn="just">
              <a:lnSpc>
                <a:spcPct val="115000"/>
              </a:lnSpc>
              <a:buFont typeface="+mj-lt"/>
              <a:buAutoNum type="arabicPeriod"/>
            </a:pPr>
            <a:r>
              <a:rPr lang="es-CL" sz="1800" dirty="0">
                <a:solidFill>
                  <a:schemeClr val="lt1"/>
                </a:solidFill>
              </a:rPr>
              <a:t>Registra colaboradores.</a:t>
            </a:r>
          </a:p>
          <a:p>
            <a:pPr marL="342900" lvl="0" indent="-342900" algn="just">
              <a:lnSpc>
                <a:spcPct val="115000"/>
              </a:lnSpc>
              <a:buFont typeface="+mj-lt"/>
              <a:buAutoNum type="arabicPeriod"/>
            </a:pPr>
            <a:r>
              <a:rPr lang="es-ES" sz="1800" dirty="0">
                <a:solidFill>
                  <a:schemeClr val="lt1"/>
                </a:solidFill>
              </a:rPr>
              <a:t>La web debe tener los colores corporativos.</a:t>
            </a:r>
          </a:p>
          <a:p>
            <a:pPr marL="342900" lvl="0" indent="-342900" algn="just">
              <a:lnSpc>
                <a:spcPct val="115000"/>
              </a:lnSpc>
              <a:buFont typeface="+mj-lt"/>
              <a:buAutoNum type="arabicPeriod"/>
            </a:pPr>
            <a:r>
              <a:rPr lang="es-ES" sz="1800" dirty="0">
                <a:solidFill>
                  <a:schemeClr val="lt1"/>
                </a:solidFill>
              </a:rPr>
              <a:t>La web debe tener el logo de la empresa.</a:t>
            </a:r>
          </a:p>
          <a:p>
            <a:pPr marL="342900" lvl="0" indent="-342900" algn="just">
              <a:lnSpc>
                <a:spcPct val="115000"/>
              </a:lnSpc>
              <a:buFont typeface="+mj-lt"/>
              <a:buAutoNum type="arabicPeriod"/>
            </a:pPr>
            <a:endParaRPr lang="es-CL" sz="1800" dirty="0">
              <a:solidFill>
                <a:schemeClr val="lt1"/>
              </a:solidFill>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19"/>
          <p:cNvSpPr txBox="1">
            <a:spLocks noGrp="1"/>
          </p:cNvSpPr>
          <p:nvPr>
            <p:ph type="title"/>
          </p:nvPr>
        </p:nvSpPr>
        <p:spPr>
          <a:xfrm>
            <a:off x="2005922" y="264550"/>
            <a:ext cx="7820465" cy="104952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002459"/>
              </a:buClr>
              <a:buSzPts val="3500"/>
              <a:buFont typeface="Century Gothic"/>
              <a:buNone/>
            </a:pPr>
            <a:r>
              <a:rPr lang="es-ES" sz="3500" dirty="0">
                <a:solidFill>
                  <a:srgbClr val="002459"/>
                </a:solidFill>
              </a:rPr>
              <a:t>Mockups del sistema</a:t>
            </a:r>
            <a:endParaRPr dirty="0"/>
          </a:p>
        </p:txBody>
      </p:sp>
      <p:sp>
        <p:nvSpPr>
          <p:cNvPr id="509" name="Google Shape;509;p19"/>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9</a:t>
            </a:fld>
            <a:endParaRPr/>
          </a:p>
        </p:txBody>
      </p:sp>
      <p:pic>
        <p:nvPicPr>
          <p:cNvPr id="510" name="Google Shape;510;p19"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pic>
        <p:nvPicPr>
          <p:cNvPr id="2" name="image67.jpg">
            <a:extLst>
              <a:ext uri="{FF2B5EF4-FFF2-40B4-BE49-F238E27FC236}">
                <a16:creationId xmlns:a16="http://schemas.microsoft.com/office/drawing/2014/main" id="{A6D86152-C73F-8D0E-EA8F-E8BCD73C7714}"/>
              </a:ext>
            </a:extLst>
          </p:cNvPr>
          <p:cNvPicPr/>
          <p:nvPr/>
        </p:nvPicPr>
        <p:blipFill>
          <a:blip r:embed="rId4"/>
          <a:srcRect/>
          <a:stretch>
            <a:fillRect/>
          </a:stretch>
        </p:blipFill>
        <p:spPr>
          <a:xfrm>
            <a:off x="862368" y="1601863"/>
            <a:ext cx="4762500" cy="3217545"/>
          </a:xfrm>
          <a:prstGeom prst="rect">
            <a:avLst/>
          </a:prstGeom>
          <a:ln/>
        </p:spPr>
      </p:pic>
      <p:pic>
        <p:nvPicPr>
          <p:cNvPr id="3" name="image22.png">
            <a:extLst>
              <a:ext uri="{FF2B5EF4-FFF2-40B4-BE49-F238E27FC236}">
                <a16:creationId xmlns:a16="http://schemas.microsoft.com/office/drawing/2014/main" id="{90820F03-B483-3516-4121-CE69626A59A6}"/>
              </a:ext>
            </a:extLst>
          </p:cNvPr>
          <p:cNvPicPr/>
          <p:nvPr/>
        </p:nvPicPr>
        <p:blipFill>
          <a:blip r:embed="rId5"/>
          <a:srcRect/>
          <a:stretch>
            <a:fillRect/>
          </a:stretch>
        </p:blipFill>
        <p:spPr>
          <a:xfrm>
            <a:off x="6096000" y="1395294"/>
            <a:ext cx="5399405" cy="3835400"/>
          </a:xfrm>
          <a:prstGeom prst="rect">
            <a:avLst/>
          </a:prstGeom>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19"/>
          <p:cNvSpPr txBox="1">
            <a:spLocks noGrp="1"/>
          </p:cNvSpPr>
          <p:nvPr>
            <p:ph type="title"/>
          </p:nvPr>
        </p:nvSpPr>
        <p:spPr>
          <a:xfrm>
            <a:off x="2005922" y="264550"/>
            <a:ext cx="7820465" cy="104952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002459"/>
              </a:buClr>
              <a:buSzPts val="3500"/>
              <a:buFont typeface="Century Gothic"/>
              <a:buNone/>
            </a:pPr>
            <a:r>
              <a:rPr lang="es-ES" sz="3500" dirty="0">
                <a:solidFill>
                  <a:srgbClr val="002459"/>
                </a:solidFill>
              </a:rPr>
              <a:t>Mockups del sistema</a:t>
            </a:r>
            <a:endParaRPr dirty="0"/>
          </a:p>
        </p:txBody>
      </p:sp>
      <p:sp>
        <p:nvSpPr>
          <p:cNvPr id="509" name="Google Shape;509;p19"/>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10</a:t>
            </a:fld>
            <a:endParaRPr/>
          </a:p>
        </p:txBody>
      </p:sp>
      <p:pic>
        <p:nvPicPr>
          <p:cNvPr id="510" name="Google Shape;510;p19"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pic>
        <p:nvPicPr>
          <p:cNvPr id="4" name="image51.png">
            <a:extLst>
              <a:ext uri="{FF2B5EF4-FFF2-40B4-BE49-F238E27FC236}">
                <a16:creationId xmlns:a16="http://schemas.microsoft.com/office/drawing/2014/main" id="{493C6043-6A1B-A331-42A9-9E87BD2C4B0C}"/>
              </a:ext>
            </a:extLst>
          </p:cNvPr>
          <p:cNvPicPr/>
          <p:nvPr/>
        </p:nvPicPr>
        <p:blipFill>
          <a:blip r:embed="rId4"/>
          <a:srcRect/>
          <a:stretch>
            <a:fillRect/>
          </a:stretch>
        </p:blipFill>
        <p:spPr>
          <a:xfrm>
            <a:off x="455204" y="1416334"/>
            <a:ext cx="5399405" cy="4216400"/>
          </a:xfrm>
          <a:prstGeom prst="rect">
            <a:avLst/>
          </a:prstGeom>
          <a:ln/>
        </p:spPr>
      </p:pic>
      <p:pic>
        <p:nvPicPr>
          <p:cNvPr id="5" name="image12.png">
            <a:extLst>
              <a:ext uri="{FF2B5EF4-FFF2-40B4-BE49-F238E27FC236}">
                <a16:creationId xmlns:a16="http://schemas.microsoft.com/office/drawing/2014/main" id="{746054DF-55CE-2D10-AC0A-14E183B521A3}"/>
              </a:ext>
            </a:extLst>
          </p:cNvPr>
          <p:cNvPicPr/>
          <p:nvPr/>
        </p:nvPicPr>
        <p:blipFill>
          <a:blip r:embed="rId5"/>
          <a:srcRect/>
          <a:stretch>
            <a:fillRect/>
          </a:stretch>
        </p:blipFill>
        <p:spPr>
          <a:xfrm>
            <a:off x="6248679" y="1416334"/>
            <a:ext cx="5399405" cy="4216400"/>
          </a:xfrm>
          <a:prstGeom prst="rect">
            <a:avLst/>
          </a:prstGeom>
          <a:ln/>
        </p:spPr>
      </p:pic>
    </p:spTree>
    <p:extLst>
      <p:ext uri="{BB962C8B-B14F-4D97-AF65-F5344CB8AC3E}">
        <p14:creationId xmlns:p14="http://schemas.microsoft.com/office/powerpoint/2010/main" val="3542621642"/>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19"/>
          <p:cNvSpPr txBox="1">
            <a:spLocks noGrp="1"/>
          </p:cNvSpPr>
          <p:nvPr>
            <p:ph type="title"/>
          </p:nvPr>
        </p:nvSpPr>
        <p:spPr>
          <a:xfrm>
            <a:off x="2005922" y="264550"/>
            <a:ext cx="7820465" cy="104952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002459"/>
              </a:buClr>
              <a:buSzPts val="3500"/>
              <a:buFont typeface="Century Gothic"/>
              <a:buNone/>
            </a:pPr>
            <a:r>
              <a:rPr lang="es-ES" sz="3500" dirty="0">
                <a:solidFill>
                  <a:srgbClr val="002459"/>
                </a:solidFill>
              </a:rPr>
              <a:t>Mockups del sistema</a:t>
            </a:r>
            <a:endParaRPr dirty="0"/>
          </a:p>
        </p:txBody>
      </p:sp>
      <p:sp>
        <p:nvSpPr>
          <p:cNvPr id="509" name="Google Shape;509;p19"/>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11</a:t>
            </a:fld>
            <a:endParaRPr/>
          </a:p>
        </p:txBody>
      </p:sp>
      <p:pic>
        <p:nvPicPr>
          <p:cNvPr id="510" name="Google Shape;510;p19"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pic>
        <p:nvPicPr>
          <p:cNvPr id="2" name="image45.png">
            <a:extLst>
              <a:ext uri="{FF2B5EF4-FFF2-40B4-BE49-F238E27FC236}">
                <a16:creationId xmlns:a16="http://schemas.microsoft.com/office/drawing/2014/main" id="{47A1212F-0A0E-3B47-A4A2-AABC12788868}"/>
              </a:ext>
            </a:extLst>
          </p:cNvPr>
          <p:cNvPicPr/>
          <p:nvPr/>
        </p:nvPicPr>
        <p:blipFill>
          <a:blip r:embed="rId4"/>
          <a:srcRect/>
          <a:stretch>
            <a:fillRect/>
          </a:stretch>
        </p:blipFill>
        <p:spPr>
          <a:xfrm>
            <a:off x="927308" y="1451202"/>
            <a:ext cx="4564380" cy="4048845"/>
          </a:xfrm>
          <a:prstGeom prst="rect">
            <a:avLst/>
          </a:prstGeom>
          <a:ln/>
        </p:spPr>
      </p:pic>
      <p:pic>
        <p:nvPicPr>
          <p:cNvPr id="3" name="image93.png">
            <a:extLst>
              <a:ext uri="{FF2B5EF4-FFF2-40B4-BE49-F238E27FC236}">
                <a16:creationId xmlns:a16="http://schemas.microsoft.com/office/drawing/2014/main" id="{7B240D65-BF23-CAFD-3A65-D723F8B3F27D}"/>
              </a:ext>
            </a:extLst>
          </p:cNvPr>
          <p:cNvPicPr/>
          <p:nvPr/>
        </p:nvPicPr>
        <p:blipFill>
          <a:blip r:embed="rId5"/>
          <a:srcRect/>
          <a:stretch>
            <a:fillRect/>
          </a:stretch>
        </p:blipFill>
        <p:spPr>
          <a:xfrm>
            <a:off x="5865287" y="1451202"/>
            <a:ext cx="5399405" cy="4000500"/>
          </a:xfrm>
          <a:prstGeom prst="rect">
            <a:avLst/>
          </a:prstGeom>
          <a:ln/>
        </p:spPr>
      </p:pic>
    </p:spTree>
    <p:extLst>
      <p:ext uri="{BB962C8B-B14F-4D97-AF65-F5344CB8AC3E}">
        <p14:creationId xmlns:p14="http://schemas.microsoft.com/office/powerpoint/2010/main" val="3245926078"/>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19"/>
          <p:cNvSpPr txBox="1">
            <a:spLocks noGrp="1"/>
          </p:cNvSpPr>
          <p:nvPr>
            <p:ph type="title"/>
          </p:nvPr>
        </p:nvSpPr>
        <p:spPr>
          <a:xfrm>
            <a:off x="2005922" y="264550"/>
            <a:ext cx="7820465" cy="104952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002459"/>
              </a:buClr>
              <a:buSzPts val="3500"/>
              <a:buFont typeface="Century Gothic"/>
              <a:buNone/>
            </a:pPr>
            <a:r>
              <a:rPr lang="es-ES" sz="3500" dirty="0">
                <a:solidFill>
                  <a:srgbClr val="002459"/>
                </a:solidFill>
              </a:rPr>
              <a:t>Mockups del sistema</a:t>
            </a:r>
            <a:endParaRPr dirty="0"/>
          </a:p>
        </p:txBody>
      </p:sp>
      <p:sp>
        <p:nvSpPr>
          <p:cNvPr id="509" name="Google Shape;509;p19"/>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12</a:t>
            </a:fld>
            <a:endParaRPr/>
          </a:p>
        </p:txBody>
      </p:sp>
      <p:pic>
        <p:nvPicPr>
          <p:cNvPr id="510" name="Google Shape;510;p19"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pic>
        <p:nvPicPr>
          <p:cNvPr id="4" name="image52.png">
            <a:extLst>
              <a:ext uri="{FF2B5EF4-FFF2-40B4-BE49-F238E27FC236}">
                <a16:creationId xmlns:a16="http://schemas.microsoft.com/office/drawing/2014/main" id="{568E52D2-5D83-C4F6-C8A4-3D8B945776C1}"/>
              </a:ext>
            </a:extLst>
          </p:cNvPr>
          <p:cNvPicPr/>
          <p:nvPr/>
        </p:nvPicPr>
        <p:blipFill>
          <a:blip r:embed="rId4"/>
          <a:srcRect/>
          <a:stretch>
            <a:fillRect/>
          </a:stretch>
        </p:blipFill>
        <p:spPr>
          <a:xfrm>
            <a:off x="765284" y="1536581"/>
            <a:ext cx="4547235" cy="3552825"/>
          </a:xfrm>
          <a:prstGeom prst="rect">
            <a:avLst/>
          </a:prstGeom>
          <a:ln/>
        </p:spPr>
      </p:pic>
      <p:pic>
        <p:nvPicPr>
          <p:cNvPr id="5" name="image12.png">
            <a:extLst>
              <a:ext uri="{FF2B5EF4-FFF2-40B4-BE49-F238E27FC236}">
                <a16:creationId xmlns:a16="http://schemas.microsoft.com/office/drawing/2014/main" id="{F66FC2D4-11CC-5AF2-AE65-886A8DC22D7F}"/>
              </a:ext>
            </a:extLst>
          </p:cNvPr>
          <p:cNvPicPr/>
          <p:nvPr/>
        </p:nvPicPr>
        <p:blipFill>
          <a:blip r:embed="rId5"/>
          <a:srcRect/>
          <a:stretch>
            <a:fillRect/>
          </a:stretch>
        </p:blipFill>
        <p:spPr>
          <a:xfrm>
            <a:off x="6027311" y="1429982"/>
            <a:ext cx="5399405" cy="4216400"/>
          </a:xfrm>
          <a:prstGeom prst="rect">
            <a:avLst/>
          </a:prstGeom>
          <a:ln/>
        </p:spPr>
      </p:pic>
    </p:spTree>
    <p:extLst>
      <p:ext uri="{BB962C8B-B14F-4D97-AF65-F5344CB8AC3E}">
        <p14:creationId xmlns:p14="http://schemas.microsoft.com/office/powerpoint/2010/main" val="991588471"/>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22"/>
          <p:cNvSpPr txBox="1">
            <a:spLocks noGrp="1"/>
          </p:cNvSpPr>
          <p:nvPr>
            <p:ph type="title"/>
          </p:nvPr>
        </p:nvSpPr>
        <p:spPr>
          <a:xfrm>
            <a:off x="573137" y="1817678"/>
            <a:ext cx="3403308" cy="104952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002459"/>
              </a:buClr>
              <a:buSzPts val="3500"/>
              <a:buFont typeface="Century Gothic"/>
              <a:buNone/>
            </a:pPr>
            <a:r>
              <a:rPr lang="es-ES" sz="3500">
                <a:solidFill>
                  <a:srgbClr val="002459"/>
                </a:solidFill>
              </a:rPr>
              <a:t>Estimación de Riesgos</a:t>
            </a:r>
            <a:endParaRPr sz="3500">
              <a:solidFill>
                <a:srgbClr val="002459"/>
              </a:solidFill>
            </a:endParaRPr>
          </a:p>
        </p:txBody>
      </p:sp>
      <p:sp>
        <p:nvSpPr>
          <p:cNvPr id="535" name="Google Shape;535;p22"/>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13</a:t>
            </a:fld>
            <a:endParaRPr/>
          </a:p>
        </p:txBody>
      </p:sp>
      <p:pic>
        <p:nvPicPr>
          <p:cNvPr id="536" name="Google Shape;536;p22"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graphicFrame>
        <p:nvGraphicFramePr>
          <p:cNvPr id="537" name="Google Shape;537;p22"/>
          <p:cNvGraphicFramePr/>
          <p:nvPr>
            <p:extLst>
              <p:ext uri="{D42A27DB-BD31-4B8C-83A1-F6EECF244321}">
                <p14:modId xmlns:p14="http://schemas.microsoft.com/office/powerpoint/2010/main" val="831817556"/>
              </p:ext>
            </p:extLst>
          </p:nvPr>
        </p:nvGraphicFramePr>
        <p:xfrm>
          <a:off x="3976445" y="2234796"/>
          <a:ext cx="7839725" cy="2667050"/>
        </p:xfrm>
        <a:graphic>
          <a:graphicData uri="http://schemas.openxmlformats.org/drawingml/2006/table">
            <a:tbl>
              <a:tblPr firstRow="1" bandRow="1">
                <a:gradFill>
                  <a:gsLst>
                    <a:gs pos="0">
                      <a:srgbClr val="BA9AB9"/>
                    </a:gs>
                    <a:gs pos="50000">
                      <a:srgbClr val="AE8DAD"/>
                    </a:gs>
                    <a:gs pos="100000">
                      <a:srgbClr val="A578A3"/>
                    </a:gs>
                  </a:gsLst>
                  <a:lin ang="5400000" scaled="0"/>
                </a:gradFill>
                <a:tableStyleId>{0C384D20-33F2-47B8-9D6E-BA9C818E8EFE}</a:tableStyleId>
              </a:tblPr>
              <a:tblGrid>
                <a:gridCol w="3187825">
                  <a:extLst>
                    <a:ext uri="{9D8B030D-6E8A-4147-A177-3AD203B41FA5}">
                      <a16:colId xmlns:a16="http://schemas.microsoft.com/office/drawing/2014/main" val="20000"/>
                    </a:ext>
                  </a:extLst>
                </a:gridCol>
                <a:gridCol w="2038650">
                  <a:extLst>
                    <a:ext uri="{9D8B030D-6E8A-4147-A177-3AD203B41FA5}">
                      <a16:colId xmlns:a16="http://schemas.microsoft.com/office/drawing/2014/main" val="20001"/>
                    </a:ext>
                  </a:extLst>
                </a:gridCol>
                <a:gridCol w="2613250">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s-ES" sz="1800" u="none" strike="noStrike" cap="none" dirty="0"/>
                        <a:t>Riesgo</a:t>
                      </a:r>
                      <a:endParaRPr sz="1800" u="none" strike="noStrike" cap="none" dirty="0"/>
                    </a:p>
                  </a:txBody>
                  <a:tcPr marL="91450" marR="91450" marT="45725" marB="45725"/>
                </a:tc>
                <a:tc>
                  <a:txBody>
                    <a:bodyPr/>
                    <a:lstStyle/>
                    <a:p>
                      <a:pPr marL="0" marR="0" lvl="0" indent="0" algn="ctr" rtl="0">
                        <a:spcBef>
                          <a:spcPts val="0"/>
                        </a:spcBef>
                        <a:spcAft>
                          <a:spcPts val="0"/>
                        </a:spcAft>
                        <a:buNone/>
                      </a:pPr>
                      <a:r>
                        <a:rPr lang="es-ES" sz="1800" u="none" strike="noStrike" cap="none"/>
                        <a:t>Probabilidad</a:t>
                      </a:r>
                      <a:endParaRPr sz="1800" u="none" strike="noStrike" cap="none"/>
                    </a:p>
                  </a:txBody>
                  <a:tcPr marL="91450" marR="91450" marT="45725" marB="45725"/>
                </a:tc>
                <a:tc>
                  <a:txBody>
                    <a:bodyPr/>
                    <a:lstStyle/>
                    <a:p>
                      <a:pPr marL="0" marR="0" lvl="0" indent="0" algn="ctr" rtl="0">
                        <a:spcBef>
                          <a:spcPts val="0"/>
                        </a:spcBef>
                        <a:spcAft>
                          <a:spcPts val="0"/>
                        </a:spcAft>
                        <a:buNone/>
                      </a:pPr>
                      <a:r>
                        <a:rPr lang="es-ES" sz="1800" u="none" strike="noStrike" cap="none"/>
                        <a:t>Impacto</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s-ES" sz="1800" u="none" strike="noStrike" cap="none"/>
                        <a:t>Cambio de Requerimientos</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es-ES" sz="1800" u="none" strike="noStrike" cap="none"/>
                        <a:t>Alta</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es-ES" sz="1800" u="none" strike="noStrike" cap="none"/>
                        <a:t>Marginal</a:t>
                      </a:r>
                      <a:endParaRPr sz="1800" u="none" strike="noStrike" cap="none"/>
                    </a:p>
                  </a:txBody>
                  <a:tcPr marL="91450" marR="91450" marT="45725" marB="45725" anchor="ct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s-ES" sz="1800" u="none" strike="noStrike" cap="none" dirty="0"/>
                        <a:t>Posible Ineficiencia en </a:t>
                      </a:r>
                      <a:r>
                        <a:rPr lang="es-ES" sz="1800" u="none" strike="noStrike" cap="none" dirty="0" err="1"/>
                        <a:t>en</a:t>
                      </a:r>
                      <a:r>
                        <a:rPr lang="es-ES" sz="1800" u="none" strike="noStrike" cap="none" dirty="0"/>
                        <a:t> sistema</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s-ES" sz="1800" u="none" strike="noStrike" cap="none"/>
                        <a:t>Alta</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es-ES" sz="1800" u="none" strike="noStrike" cap="none"/>
                        <a:t>Critica</a:t>
                      </a:r>
                      <a:endParaRPr sz="1800" u="none" strike="noStrike" cap="none"/>
                    </a:p>
                  </a:txBody>
                  <a:tcPr marL="91450" marR="91450" marT="45725" marB="45725" anchor="ct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s-ES" sz="1800" u="none" strike="noStrike" cap="none"/>
                        <a:t>Falta de Recursos Financieros para Desarrollo y Mantención</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es-ES" sz="1800" u="none" strike="noStrike" cap="none"/>
                        <a:t>Alta</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es-ES" sz="1800" u="none" strike="noStrike" cap="none"/>
                        <a:t>Critica</a:t>
                      </a:r>
                      <a:endParaRPr sz="1800" u="none" strike="noStrike" cap="none"/>
                    </a:p>
                  </a:txBody>
                  <a:tcPr marL="91450" marR="91450" marT="45725" marB="45725" anchor="ctr"/>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s-ES" sz="1800" u="none" strike="noStrike" cap="none" dirty="0"/>
                        <a:t>Cambios en los requisitos</a:t>
                      </a:r>
                      <a:endParaRPr sz="1800" u="none" strike="noStrike" cap="none" dirty="0"/>
                    </a:p>
                  </a:txBody>
                  <a:tcPr marL="91450" marR="91450" marT="45725" marB="45725" anchor="ctr"/>
                </a:tc>
                <a:tc>
                  <a:txBody>
                    <a:bodyPr/>
                    <a:lstStyle/>
                    <a:p>
                      <a:pPr marL="0" marR="0" lvl="0" indent="0" algn="ctr" rtl="0">
                        <a:spcBef>
                          <a:spcPts val="0"/>
                        </a:spcBef>
                        <a:spcAft>
                          <a:spcPts val="0"/>
                        </a:spcAft>
                        <a:buNone/>
                      </a:pPr>
                      <a:r>
                        <a:rPr lang="es-ES" sz="1800" u="none" strike="noStrike" cap="none"/>
                        <a:t>Alta</a:t>
                      </a:r>
                      <a:endParaRPr sz="1800" u="none" strike="noStrike" cap="none"/>
                    </a:p>
                  </a:txBody>
                  <a:tcPr marL="91450" marR="91450" marT="45725" marB="45725" anchor="ctr"/>
                </a:tc>
                <a:tc>
                  <a:txBody>
                    <a:bodyPr/>
                    <a:lstStyle/>
                    <a:p>
                      <a:pPr marL="0" marR="0" lvl="0" indent="0" algn="ctr" rtl="0">
                        <a:spcBef>
                          <a:spcPts val="0"/>
                        </a:spcBef>
                        <a:spcAft>
                          <a:spcPts val="0"/>
                        </a:spcAft>
                        <a:buNone/>
                      </a:pPr>
                      <a:r>
                        <a:rPr lang="es-ES" sz="1800" u="none" strike="noStrike" cap="none" dirty="0"/>
                        <a:t>Critica</a:t>
                      </a:r>
                      <a:endParaRPr sz="1800" u="none" strike="noStrike" cap="none" dirty="0"/>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23"/>
          <p:cNvSpPr txBox="1">
            <a:spLocks noGrp="1"/>
          </p:cNvSpPr>
          <p:nvPr>
            <p:ph type="title"/>
          </p:nvPr>
        </p:nvSpPr>
        <p:spPr>
          <a:xfrm>
            <a:off x="1620702" y="1897577"/>
            <a:ext cx="3403308" cy="1049527"/>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rgbClr val="002459"/>
              </a:buClr>
              <a:buSzPts val="3500"/>
              <a:buFont typeface="Century Gothic"/>
              <a:buNone/>
            </a:pPr>
            <a:r>
              <a:rPr lang="es-ES" sz="3500">
                <a:solidFill>
                  <a:srgbClr val="002459"/>
                </a:solidFill>
              </a:rPr>
              <a:t>Hitos</a:t>
            </a:r>
            <a:endParaRPr sz="3500">
              <a:solidFill>
                <a:srgbClr val="002459"/>
              </a:solidFill>
            </a:endParaRPr>
          </a:p>
        </p:txBody>
      </p:sp>
      <p:sp>
        <p:nvSpPr>
          <p:cNvPr id="544" name="Google Shape;544;p23"/>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14</a:t>
            </a:fld>
            <a:endParaRPr/>
          </a:p>
        </p:txBody>
      </p:sp>
      <p:pic>
        <p:nvPicPr>
          <p:cNvPr id="545" name="Google Shape;545;p23"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graphicFrame>
        <p:nvGraphicFramePr>
          <p:cNvPr id="546" name="Google Shape;546;p23"/>
          <p:cNvGraphicFramePr/>
          <p:nvPr>
            <p:extLst>
              <p:ext uri="{D42A27DB-BD31-4B8C-83A1-F6EECF244321}">
                <p14:modId xmlns:p14="http://schemas.microsoft.com/office/powerpoint/2010/main" val="2202893411"/>
              </p:ext>
            </p:extLst>
          </p:nvPr>
        </p:nvGraphicFramePr>
        <p:xfrm>
          <a:off x="4073864" y="1621211"/>
          <a:ext cx="7661700" cy="2214940"/>
        </p:xfrm>
        <a:graphic>
          <a:graphicData uri="http://schemas.openxmlformats.org/drawingml/2006/table">
            <a:tbl>
              <a:tblPr firstRow="1" bandRow="1">
                <a:gradFill>
                  <a:gsLst>
                    <a:gs pos="0">
                      <a:srgbClr val="9AB4EC"/>
                    </a:gs>
                    <a:gs pos="50000">
                      <a:srgbClr val="8DA8E2"/>
                    </a:gs>
                    <a:gs pos="100000">
                      <a:srgbClr val="789BE3"/>
                    </a:gs>
                  </a:gsLst>
                  <a:lin ang="5400000" scaled="0"/>
                </a:gradFill>
                <a:tableStyleId>{6DB7E84E-6233-4CEB-B169-BE9E75713FA4}</a:tableStyleId>
              </a:tblPr>
              <a:tblGrid>
                <a:gridCol w="3830850">
                  <a:extLst>
                    <a:ext uri="{9D8B030D-6E8A-4147-A177-3AD203B41FA5}">
                      <a16:colId xmlns:a16="http://schemas.microsoft.com/office/drawing/2014/main" val="20000"/>
                    </a:ext>
                  </a:extLst>
                </a:gridCol>
                <a:gridCol w="383085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s-ES" sz="1800" u="none" strike="noStrike" cap="none">
                          <a:solidFill>
                            <a:schemeClr val="lt1"/>
                          </a:solidFill>
                        </a:rPr>
                        <a:t>Nombre Fase</a:t>
                      </a:r>
                      <a:endParaRPr sz="1800" u="none" strike="noStrike" cap="none">
                        <a:solidFill>
                          <a:schemeClr val="lt1"/>
                        </a:solidFill>
                      </a:endParaRPr>
                    </a:p>
                  </a:txBody>
                  <a:tcPr marL="91450" marR="91450" marT="45725" marB="45725" anchor="ctr"/>
                </a:tc>
                <a:tc>
                  <a:txBody>
                    <a:bodyPr/>
                    <a:lstStyle/>
                    <a:p>
                      <a:pPr marL="0" marR="0" lvl="0" indent="0" algn="ctr" rtl="0">
                        <a:spcBef>
                          <a:spcPts val="0"/>
                        </a:spcBef>
                        <a:spcAft>
                          <a:spcPts val="0"/>
                        </a:spcAft>
                        <a:buNone/>
                      </a:pPr>
                      <a:r>
                        <a:rPr lang="es-ES" sz="1800" u="none" strike="noStrike" cap="none">
                          <a:solidFill>
                            <a:schemeClr val="lt1"/>
                          </a:solidFill>
                        </a:rPr>
                        <a:t>Periodo</a:t>
                      </a:r>
                      <a:endParaRPr sz="1800" u="none" strike="noStrike" cap="none">
                        <a:solidFill>
                          <a:schemeClr val="lt1"/>
                        </a:solidFill>
                      </a:endParaRPr>
                    </a:p>
                  </a:txBody>
                  <a:tcPr marL="91450" marR="91450" marT="45725" marB="45725" anchor="ct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s-ES" sz="1800" u="none" strike="noStrike" cap="none" dirty="0">
                          <a:solidFill>
                            <a:schemeClr val="lt1"/>
                          </a:solidFill>
                        </a:rPr>
                        <a:t>Fase de Planificación </a:t>
                      </a:r>
                      <a:endParaRPr sz="1800" u="none" strike="noStrike" cap="none" dirty="0">
                        <a:solidFill>
                          <a:schemeClr val="lt1"/>
                        </a:solidFill>
                      </a:endParaRPr>
                    </a:p>
                  </a:txBody>
                  <a:tcPr marL="91450" marR="91450" marT="45725" marB="45725" anchor="ctr"/>
                </a:tc>
                <a:tc>
                  <a:txBody>
                    <a:bodyPr/>
                    <a:lstStyle/>
                    <a:p>
                      <a:pPr algn="ctr">
                        <a:lnSpc>
                          <a:spcPct val="115000"/>
                        </a:lnSpc>
                        <a:spcAft>
                          <a:spcPts val="1000"/>
                        </a:spcAft>
                      </a:pPr>
                      <a:r>
                        <a:rPr lang="es-AR" sz="2000" dirty="0">
                          <a:solidFill>
                            <a:schemeClr val="bg1"/>
                          </a:solidFill>
                          <a:effectLst/>
                          <a:latin typeface="Calibri" panose="020F0502020204030204" pitchFamily="34" charset="0"/>
                          <a:ea typeface="Calibri" panose="020F0502020204030204" pitchFamily="34" charset="0"/>
                        </a:rPr>
                        <a:t>08/09/2026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1"/>
                  </a:ext>
                </a:extLst>
              </a:tr>
              <a:tr h="362550">
                <a:tc>
                  <a:txBody>
                    <a:bodyPr/>
                    <a:lstStyle/>
                    <a:p>
                      <a:pPr marL="0" marR="0" lvl="0" indent="0" algn="ctr" rtl="0">
                        <a:spcBef>
                          <a:spcPts val="0"/>
                        </a:spcBef>
                        <a:spcAft>
                          <a:spcPts val="0"/>
                        </a:spcAft>
                        <a:buNone/>
                      </a:pPr>
                      <a:r>
                        <a:rPr lang="es-ES" sz="1800" u="none" strike="noStrike" cap="none">
                          <a:solidFill>
                            <a:schemeClr val="lt1"/>
                          </a:solidFill>
                        </a:rPr>
                        <a:t>Fase de Análisis y Diseño </a:t>
                      </a:r>
                      <a:endParaRPr sz="1800" u="none" strike="noStrike" cap="none">
                        <a:solidFill>
                          <a:schemeClr val="lt1"/>
                        </a:solidFill>
                      </a:endParaRPr>
                    </a:p>
                  </a:txBody>
                  <a:tcPr marL="91450" marR="91450" marT="45725" marB="45725" anchor="ctr"/>
                </a:tc>
                <a:tc>
                  <a:txBody>
                    <a:bodyPr/>
                    <a:lstStyle/>
                    <a:p>
                      <a:pPr algn="ctr">
                        <a:lnSpc>
                          <a:spcPct val="115000"/>
                        </a:lnSpc>
                        <a:spcAft>
                          <a:spcPts val="1000"/>
                        </a:spcAft>
                      </a:pPr>
                      <a:r>
                        <a:rPr lang="es-AR" sz="2000" dirty="0">
                          <a:solidFill>
                            <a:schemeClr val="bg1"/>
                          </a:solidFill>
                          <a:effectLst/>
                          <a:latin typeface="Calibri" panose="020F0502020204030204" pitchFamily="34" charset="0"/>
                          <a:ea typeface="Calibri" panose="020F0502020204030204" pitchFamily="34" charset="0"/>
                        </a:rPr>
                        <a:t>29/09/2026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s-ES" sz="1800" u="none" strike="noStrike" cap="none" dirty="0">
                          <a:solidFill>
                            <a:schemeClr val="lt1"/>
                          </a:solidFill>
                        </a:rPr>
                        <a:t>Fase de Desarrollo </a:t>
                      </a:r>
                      <a:endParaRPr sz="1800" u="none" strike="noStrike" cap="none" dirty="0">
                        <a:solidFill>
                          <a:schemeClr val="lt1"/>
                        </a:solidFill>
                      </a:endParaRPr>
                    </a:p>
                  </a:txBody>
                  <a:tcPr marL="91450" marR="91450" marT="45725" marB="45725" anchor="ctr"/>
                </a:tc>
                <a:tc>
                  <a:txBody>
                    <a:bodyPr/>
                    <a:lstStyle/>
                    <a:p>
                      <a:pPr algn="ctr">
                        <a:lnSpc>
                          <a:spcPct val="115000"/>
                        </a:lnSpc>
                        <a:spcAft>
                          <a:spcPts val="1000"/>
                        </a:spcAft>
                      </a:pPr>
                      <a:r>
                        <a:rPr lang="es-AR" sz="2000" dirty="0">
                          <a:solidFill>
                            <a:schemeClr val="bg1"/>
                          </a:solidFill>
                          <a:effectLst/>
                          <a:latin typeface="Calibri" panose="020F0502020204030204" pitchFamily="34" charset="0"/>
                          <a:ea typeface="Calibri" panose="020F0502020204030204" pitchFamily="34" charset="0"/>
                        </a:rPr>
                        <a:t>17/11/2026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3"/>
                  </a:ext>
                </a:extLst>
              </a:tr>
              <a:tr h="0">
                <a:tc>
                  <a:txBody>
                    <a:bodyPr/>
                    <a:lstStyle/>
                    <a:p>
                      <a:pPr marL="0" marR="0" lvl="0" indent="0" algn="ctr" rtl="0">
                        <a:spcBef>
                          <a:spcPts val="0"/>
                        </a:spcBef>
                        <a:spcAft>
                          <a:spcPts val="0"/>
                        </a:spcAft>
                        <a:buNone/>
                      </a:pPr>
                      <a:r>
                        <a:rPr lang="es-ES" sz="1800" u="none" strike="noStrike" cap="none">
                          <a:solidFill>
                            <a:schemeClr val="lt1"/>
                          </a:solidFill>
                        </a:rPr>
                        <a:t>Fase de Pruebas y Q.A </a:t>
                      </a:r>
                      <a:endParaRPr sz="1800" u="none" strike="noStrike" cap="none">
                        <a:solidFill>
                          <a:schemeClr val="lt1"/>
                        </a:solidFill>
                      </a:endParaRPr>
                    </a:p>
                  </a:txBody>
                  <a:tcPr marL="91450" marR="91450" marT="45725" marB="45725" anchor="ctr"/>
                </a:tc>
                <a:tc>
                  <a:txBody>
                    <a:bodyPr/>
                    <a:lstStyle/>
                    <a:p>
                      <a:pPr algn="ctr">
                        <a:lnSpc>
                          <a:spcPct val="115000"/>
                        </a:lnSpc>
                        <a:spcAft>
                          <a:spcPts val="1000"/>
                        </a:spcAft>
                      </a:pPr>
                      <a:r>
                        <a:rPr lang="es-AR" sz="2000" dirty="0">
                          <a:solidFill>
                            <a:schemeClr val="bg1"/>
                          </a:solidFill>
                          <a:effectLst/>
                          <a:latin typeface="Calibri" panose="020F0502020204030204" pitchFamily="34" charset="0"/>
                          <a:ea typeface="Calibri" panose="020F0502020204030204" pitchFamily="34" charset="0"/>
                        </a:rPr>
                        <a:t>30/11/2026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r>
                        <a:rPr lang="es-ES" sz="1800" u="none" strike="noStrike" cap="none">
                          <a:solidFill>
                            <a:schemeClr val="lt1"/>
                          </a:solidFill>
                        </a:rPr>
                        <a:t>Fase de Implementación y Cierre </a:t>
                      </a:r>
                      <a:endParaRPr sz="1800" u="none" strike="noStrike" cap="none">
                        <a:solidFill>
                          <a:schemeClr val="lt1"/>
                        </a:solidFill>
                      </a:endParaRPr>
                    </a:p>
                  </a:txBody>
                  <a:tcPr marL="91450" marR="91450" marT="45725" marB="45725" anchor="ctr"/>
                </a:tc>
                <a:tc>
                  <a:txBody>
                    <a:bodyPr/>
                    <a:lstStyle/>
                    <a:p>
                      <a:pPr algn="ctr">
                        <a:lnSpc>
                          <a:spcPct val="115000"/>
                        </a:lnSpc>
                        <a:spcAft>
                          <a:spcPts val="1000"/>
                        </a:spcAft>
                      </a:pPr>
                      <a:r>
                        <a:rPr lang="es-AR" sz="2000" dirty="0">
                          <a:solidFill>
                            <a:schemeClr val="bg1"/>
                          </a:solidFill>
                          <a:effectLst/>
                          <a:latin typeface="Calibri" panose="020F0502020204030204" pitchFamily="34" charset="0"/>
                          <a:ea typeface="Calibri" panose="020F0502020204030204" pitchFamily="34" charset="0"/>
                        </a:rPr>
                        <a:t>02/12/2026</a:t>
                      </a:r>
                      <a:endParaRPr lang="es-CL" sz="2000" dirty="0">
                        <a:solidFill>
                          <a:schemeClr val="bg1"/>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4"/>
          <p:cNvSpPr/>
          <p:nvPr/>
        </p:nvSpPr>
        <p:spPr>
          <a:xfrm>
            <a:off x="658025" y="880216"/>
            <a:ext cx="5007836" cy="4401084"/>
          </a:xfrm>
          <a:prstGeom prst="rect">
            <a:avLst/>
          </a:prstGeom>
          <a:solidFill>
            <a:schemeClr val="lt1"/>
          </a:solidFill>
          <a:ln w="127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53" name="Google Shape;553;p24"/>
          <p:cNvPicPr preferRelativeResize="0">
            <a:picLocks noGrp="1"/>
          </p:cNvPicPr>
          <p:nvPr>
            <p:ph type="pic" idx="2"/>
          </p:nvPr>
        </p:nvPicPr>
        <p:blipFill rotWithShape="1">
          <a:blip r:embed="rId3">
            <a:alphaModFix/>
          </a:blip>
          <a:srcRect t="17198" b="17198"/>
          <a:stretch/>
        </p:blipFill>
        <p:spPr>
          <a:xfrm>
            <a:off x="5771770" y="1483675"/>
            <a:ext cx="6421408" cy="3438427"/>
          </a:xfrm>
          <a:prstGeom prst="rect">
            <a:avLst/>
          </a:prstGeom>
          <a:noFill/>
          <a:ln>
            <a:noFill/>
          </a:ln>
        </p:spPr>
      </p:pic>
      <p:sp>
        <p:nvSpPr>
          <p:cNvPr id="554" name="Google Shape;554;p24"/>
          <p:cNvSpPr txBox="1">
            <a:spLocks noGrp="1"/>
          </p:cNvSpPr>
          <p:nvPr>
            <p:ph type="sldNum" idx="12"/>
          </p:nvPr>
        </p:nvSpPr>
        <p:spPr>
          <a:xfrm>
            <a:off x="10804358" y="5816819"/>
            <a:ext cx="5494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s-ES"/>
              <a:t>15</a:t>
            </a:fld>
            <a:endParaRPr/>
          </a:p>
        </p:txBody>
      </p:sp>
      <p:sp>
        <p:nvSpPr>
          <p:cNvPr id="555" name="Google Shape;555;p24"/>
          <p:cNvSpPr txBox="1">
            <a:spLocks noGrp="1"/>
          </p:cNvSpPr>
          <p:nvPr>
            <p:ph type="title"/>
          </p:nvPr>
        </p:nvSpPr>
        <p:spPr>
          <a:xfrm>
            <a:off x="6617058" y="2811569"/>
            <a:ext cx="6167214" cy="7826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500"/>
              <a:buFont typeface="Century Gothic"/>
              <a:buNone/>
            </a:pPr>
            <a:r>
              <a:rPr lang="es-ES" sz="3500">
                <a:solidFill>
                  <a:schemeClr val="lt1"/>
                </a:solidFill>
              </a:rPr>
              <a:t>COSTOS POR FASE</a:t>
            </a:r>
            <a:endParaRPr/>
          </a:p>
        </p:txBody>
      </p:sp>
      <p:pic>
        <p:nvPicPr>
          <p:cNvPr id="556" name="Google Shape;556;p24" descr="Logotipo&#10;&#10;Descripción generada automáticamente"/>
          <p:cNvPicPr preferRelativeResize="0"/>
          <p:nvPr/>
        </p:nvPicPr>
        <p:blipFill rotWithShape="1">
          <a:blip r:embed="rId4">
            <a:alphaModFix/>
          </a:blip>
          <a:srcRect/>
          <a:stretch/>
        </p:blipFill>
        <p:spPr>
          <a:xfrm>
            <a:off x="9511772" y="134887"/>
            <a:ext cx="2387870" cy="587018"/>
          </a:xfrm>
          <a:prstGeom prst="rect">
            <a:avLst/>
          </a:prstGeom>
          <a:noFill/>
          <a:ln>
            <a:noFill/>
          </a:ln>
        </p:spPr>
      </p:pic>
      <p:sp>
        <p:nvSpPr>
          <p:cNvPr id="557" name="Google Shape;557;p24"/>
          <p:cNvSpPr txBox="1"/>
          <p:nvPr/>
        </p:nvSpPr>
        <p:spPr>
          <a:xfrm>
            <a:off x="658025" y="282011"/>
            <a:ext cx="4230169" cy="34525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 name="image3.jpg">
            <a:extLst>
              <a:ext uri="{FF2B5EF4-FFF2-40B4-BE49-F238E27FC236}">
                <a16:creationId xmlns:a16="http://schemas.microsoft.com/office/drawing/2014/main" id="{99AB29E7-DBF1-DE4E-A449-589E91DF17C3}"/>
              </a:ext>
            </a:extLst>
          </p:cNvPr>
          <p:cNvPicPr/>
          <p:nvPr/>
        </p:nvPicPr>
        <p:blipFill>
          <a:blip r:embed="rId5"/>
          <a:srcRect/>
          <a:stretch>
            <a:fillRect/>
          </a:stretch>
        </p:blipFill>
        <p:spPr>
          <a:xfrm>
            <a:off x="473619" y="428396"/>
            <a:ext cx="4951366" cy="2327633"/>
          </a:xfrm>
          <a:prstGeom prst="rect">
            <a:avLst/>
          </a:prstGeom>
          <a:ln/>
        </p:spPr>
      </p:pic>
      <p:pic>
        <p:nvPicPr>
          <p:cNvPr id="8" name="Imagen 7">
            <a:extLst>
              <a:ext uri="{FF2B5EF4-FFF2-40B4-BE49-F238E27FC236}">
                <a16:creationId xmlns:a16="http://schemas.microsoft.com/office/drawing/2014/main" id="{2EA9DBBA-FCB4-09B4-C8CD-5567108F4233}"/>
              </a:ext>
            </a:extLst>
          </p:cNvPr>
          <p:cNvPicPr>
            <a:picLocks noChangeAspect="1"/>
          </p:cNvPicPr>
          <p:nvPr/>
        </p:nvPicPr>
        <p:blipFill>
          <a:blip r:embed="rId6"/>
          <a:stretch>
            <a:fillRect/>
          </a:stretch>
        </p:blipFill>
        <p:spPr>
          <a:xfrm>
            <a:off x="526172" y="3429000"/>
            <a:ext cx="4898813" cy="1852300"/>
          </a:xfrm>
          <a:prstGeom prst="rect">
            <a:avLst/>
          </a:prstGeom>
        </p:spPr>
      </p:pic>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27"/>
          <p:cNvSpPr txBox="1">
            <a:spLocks noGrp="1"/>
          </p:cNvSpPr>
          <p:nvPr>
            <p:ph type="title"/>
          </p:nvPr>
        </p:nvSpPr>
        <p:spPr>
          <a:xfrm>
            <a:off x="814944" y="4530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000"/>
              <a:buFont typeface="Century Gothic"/>
              <a:buNone/>
            </a:pPr>
            <a:r>
              <a:rPr lang="es-ES"/>
              <a:t>¡GRACIAS!</a:t>
            </a:r>
            <a:endParaRPr/>
          </a:p>
        </p:txBody>
      </p:sp>
      <p:pic>
        <p:nvPicPr>
          <p:cNvPr id="584" name="Google Shape;584;p27" descr="Logotipo&#10;&#10;Descripción generada automáticamente"/>
          <p:cNvPicPr preferRelativeResize="0"/>
          <p:nvPr/>
        </p:nvPicPr>
        <p:blipFill rotWithShape="1">
          <a:blip r:embed="rId3">
            <a:alphaModFix/>
          </a:blip>
          <a:srcRect/>
          <a:stretch/>
        </p:blipFill>
        <p:spPr>
          <a:xfrm>
            <a:off x="4902065" y="6091365"/>
            <a:ext cx="2387870" cy="587018"/>
          </a:xfrm>
          <a:prstGeom prst="rect">
            <a:avLst/>
          </a:prstGeom>
          <a:noFill/>
          <a:ln>
            <a:noFill/>
          </a:ln>
        </p:spPr>
      </p:pic>
    </p:spTree>
  </p:cSld>
  <p:clrMapOvr>
    <a:masterClrMapping/>
  </p:clrMapOvr>
  <p:transition spd="med">
    <p:push/>
  </p:transition>
</p:sld>
</file>

<file path=ppt/theme/theme1.xml><?xml version="1.0" encoding="utf-8"?>
<a:theme xmlns:a="http://schemas.openxmlformats.org/drawingml/2006/main" name="Tema de Office">
  <a:themeElements>
    <a:clrScheme name="Custom 21">
      <a:dk1>
        <a:srgbClr val="000000"/>
      </a:dk1>
      <a:lt1>
        <a:srgbClr val="FFFFFF"/>
      </a:lt1>
      <a:dk2>
        <a:srgbClr val="0048B3"/>
      </a:dk2>
      <a:lt2>
        <a:srgbClr val="7C77B9"/>
      </a:lt2>
      <a:accent1>
        <a:srgbClr val="008EDC"/>
      </a:accent1>
      <a:accent2>
        <a:srgbClr val="7A0078"/>
      </a:accent2>
      <a:accent3>
        <a:srgbClr val="D30F64"/>
      </a:accent3>
      <a:accent4>
        <a:srgbClr val="006FC9"/>
      </a:accent4>
      <a:accent5>
        <a:srgbClr val="00FFFF"/>
      </a:accent5>
      <a:accent6>
        <a:srgbClr val="EEB902"/>
      </a:accent6>
      <a:hlink>
        <a:srgbClr val="D30F64"/>
      </a:hlink>
      <a:folHlink>
        <a:srgbClr val="D30F6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691</Words>
  <Application>Microsoft Office PowerPoint</Application>
  <PresentationFormat>Panorámica</PresentationFormat>
  <Paragraphs>122</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Century Gothic</vt:lpstr>
      <vt:lpstr>Calibri</vt:lpstr>
      <vt:lpstr>Tema de Office</vt:lpstr>
      <vt:lpstr>Presentación Portafolio Título</vt:lpstr>
      <vt:lpstr>Presentación de PowerPoint</vt:lpstr>
      <vt:lpstr>Presentación de PowerPoint</vt:lpstr>
      <vt:lpstr>Presentación de PowerPoint</vt:lpstr>
      <vt:lpstr>Presentación de PowerPoint</vt:lpstr>
      <vt:lpstr>ALCANCE</vt:lpstr>
      <vt:lpstr>Usuarios</vt:lpstr>
      <vt:lpstr>Presentación de PowerPoint</vt:lpstr>
      <vt:lpstr>Mockups del sistema</vt:lpstr>
      <vt:lpstr>Mockups del sistema</vt:lpstr>
      <vt:lpstr>Mockups del sistema</vt:lpstr>
      <vt:lpstr>Mockups del sistema</vt:lpstr>
      <vt:lpstr>Estimación de Riesgos</vt:lpstr>
      <vt:lpstr>Hitos</vt:lpstr>
      <vt:lpstr>COSTOS POR FASE</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Jeanette Leonelli</cp:lastModifiedBy>
  <cp:revision>20</cp:revision>
  <dcterms:created xsi:type="dcterms:W3CDTF">2023-06-16T00:04:43Z</dcterms:created>
  <dcterms:modified xsi:type="dcterms:W3CDTF">2026-09-10T21:10:13Z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